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81"/>
            <a:ext cx="18285104" cy="1028455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9" y="4012790"/>
            <a:ext cx="6285499" cy="627375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" y="4343885"/>
            <a:ext cx="3542737" cy="354273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13517" y="2527414"/>
            <a:ext cx="4228433" cy="42163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99117" y="0"/>
            <a:ext cx="2399918" cy="239753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13517" y="8810862"/>
            <a:ext cx="1485661" cy="1476136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2754981" y="2273290"/>
            <a:ext cx="4933315" cy="1161415"/>
          </a:xfrm>
          <a:custGeom>
            <a:avLst/>
            <a:gdLst/>
            <a:ahLst/>
            <a:cxnLst/>
            <a:rect l="l" t="t" r="r" b="b"/>
            <a:pathLst>
              <a:path w="4933315" h="1161414">
                <a:moveTo>
                  <a:pt x="172236" y="1161413"/>
                </a:moveTo>
                <a:lnTo>
                  <a:pt x="142058" y="1161337"/>
                </a:lnTo>
                <a:lnTo>
                  <a:pt x="113094" y="1161044"/>
                </a:lnTo>
                <a:lnTo>
                  <a:pt x="85369" y="1160533"/>
                </a:lnTo>
                <a:lnTo>
                  <a:pt x="58905" y="1159799"/>
                </a:lnTo>
                <a:lnTo>
                  <a:pt x="58906" y="1159989"/>
                </a:lnTo>
                <a:lnTo>
                  <a:pt x="0" y="1068603"/>
                </a:lnTo>
                <a:lnTo>
                  <a:pt x="262217" y="1036020"/>
                </a:lnTo>
                <a:lnTo>
                  <a:pt x="533204" y="998686"/>
                </a:lnTo>
                <a:lnTo>
                  <a:pt x="672082" y="979307"/>
                </a:lnTo>
                <a:lnTo>
                  <a:pt x="811626" y="957933"/>
                </a:lnTo>
                <a:lnTo>
                  <a:pt x="1097960" y="913761"/>
                </a:lnTo>
                <a:lnTo>
                  <a:pt x="1244176" y="890202"/>
                </a:lnTo>
                <a:lnTo>
                  <a:pt x="1391441" y="864363"/>
                </a:lnTo>
                <a:lnTo>
                  <a:pt x="1540804" y="838999"/>
                </a:lnTo>
                <a:lnTo>
                  <a:pt x="1691310" y="811641"/>
                </a:lnTo>
                <a:lnTo>
                  <a:pt x="1995372" y="754073"/>
                </a:lnTo>
                <a:lnTo>
                  <a:pt x="2149214" y="722820"/>
                </a:lnTo>
                <a:lnTo>
                  <a:pt x="2305058" y="691376"/>
                </a:lnTo>
                <a:lnTo>
                  <a:pt x="2459662" y="658888"/>
                </a:lnTo>
                <a:lnTo>
                  <a:pt x="2615983" y="624310"/>
                </a:lnTo>
                <a:lnTo>
                  <a:pt x="2932055" y="552208"/>
                </a:lnTo>
                <a:lnTo>
                  <a:pt x="3089710" y="514020"/>
                </a:lnTo>
                <a:lnTo>
                  <a:pt x="3407307" y="433464"/>
                </a:lnTo>
                <a:lnTo>
                  <a:pt x="3567249" y="390811"/>
                </a:lnTo>
                <a:lnTo>
                  <a:pt x="3728431" y="346923"/>
                </a:lnTo>
                <a:lnTo>
                  <a:pt x="3886562" y="302560"/>
                </a:lnTo>
                <a:lnTo>
                  <a:pt x="4046123" y="255062"/>
                </a:lnTo>
                <a:lnTo>
                  <a:pt x="4205398" y="206330"/>
                </a:lnTo>
                <a:lnTo>
                  <a:pt x="4364769" y="157787"/>
                </a:lnTo>
                <a:lnTo>
                  <a:pt x="4522996" y="106014"/>
                </a:lnTo>
                <a:lnTo>
                  <a:pt x="4681127" y="53482"/>
                </a:lnTo>
                <a:lnTo>
                  <a:pt x="4839163" y="0"/>
                </a:lnTo>
                <a:lnTo>
                  <a:pt x="4847168" y="57416"/>
                </a:lnTo>
                <a:lnTo>
                  <a:pt x="4869934" y="217361"/>
                </a:lnTo>
                <a:lnTo>
                  <a:pt x="4907050" y="465483"/>
                </a:lnTo>
                <a:lnTo>
                  <a:pt x="4933241" y="651573"/>
                </a:lnTo>
                <a:lnTo>
                  <a:pt x="4857739" y="664674"/>
                </a:lnTo>
                <a:lnTo>
                  <a:pt x="4778182" y="678048"/>
                </a:lnTo>
                <a:lnTo>
                  <a:pt x="4651666" y="698567"/>
                </a:lnTo>
                <a:lnTo>
                  <a:pt x="4517115" y="719560"/>
                </a:lnTo>
                <a:lnTo>
                  <a:pt x="4375184" y="740945"/>
                </a:lnTo>
                <a:lnTo>
                  <a:pt x="4226525" y="762638"/>
                </a:lnTo>
                <a:lnTo>
                  <a:pt x="4071793" y="784555"/>
                </a:lnTo>
                <a:lnTo>
                  <a:pt x="3911642" y="806613"/>
                </a:lnTo>
                <a:lnTo>
                  <a:pt x="3746726" y="828728"/>
                </a:lnTo>
                <a:lnTo>
                  <a:pt x="3520553" y="858161"/>
                </a:lnTo>
                <a:lnTo>
                  <a:pt x="3288621" y="887350"/>
                </a:lnTo>
                <a:lnTo>
                  <a:pt x="3052478" y="916097"/>
                </a:lnTo>
                <a:lnTo>
                  <a:pt x="2813675" y="944205"/>
                </a:lnTo>
                <a:lnTo>
                  <a:pt x="2573760" y="971475"/>
                </a:lnTo>
                <a:lnTo>
                  <a:pt x="2334285" y="997711"/>
                </a:lnTo>
                <a:lnTo>
                  <a:pt x="2155898" y="1016589"/>
                </a:lnTo>
                <a:lnTo>
                  <a:pt x="1979284" y="1034690"/>
                </a:lnTo>
                <a:lnTo>
                  <a:pt x="1805096" y="1051931"/>
                </a:lnTo>
                <a:lnTo>
                  <a:pt x="1633988" y="1068229"/>
                </a:lnTo>
                <a:lnTo>
                  <a:pt x="1466613" y="1083498"/>
                </a:lnTo>
                <a:lnTo>
                  <a:pt x="1303626" y="1097657"/>
                </a:lnTo>
                <a:lnTo>
                  <a:pt x="1145681" y="1110622"/>
                </a:lnTo>
                <a:lnTo>
                  <a:pt x="993430" y="1122310"/>
                </a:lnTo>
                <a:lnTo>
                  <a:pt x="895416" y="1129350"/>
                </a:lnTo>
                <a:lnTo>
                  <a:pt x="800418" y="1135761"/>
                </a:lnTo>
                <a:lnTo>
                  <a:pt x="708629" y="1141517"/>
                </a:lnTo>
                <a:lnTo>
                  <a:pt x="620243" y="1146595"/>
                </a:lnTo>
                <a:lnTo>
                  <a:pt x="535454" y="1150968"/>
                </a:lnTo>
                <a:lnTo>
                  <a:pt x="454455" y="1154613"/>
                </a:lnTo>
                <a:lnTo>
                  <a:pt x="377440" y="1157505"/>
                </a:lnTo>
                <a:lnTo>
                  <a:pt x="304602" y="1159619"/>
                </a:lnTo>
                <a:lnTo>
                  <a:pt x="236137" y="1160930"/>
                </a:lnTo>
                <a:lnTo>
                  <a:pt x="203604" y="1161276"/>
                </a:lnTo>
                <a:lnTo>
                  <a:pt x="172236" y="1161413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688181" y="2800349"/>
            <a:ext cx="16916400" cy="6800850"/>
          </a:xfrm>
          <a:custGeom>
            <a:avLst/>
            <a:gdLst/>
            <a:ahLst/>
            <a:cxnLst/>
            <a:rect l="l" t="t" r="r" b="b"/>
            <a:pathLst>
              <a:path w="16916400" h="6800850">
                <a:moveTo>
                  <a:pt x="16916398" y="6800849"/>
                </a:moveTo>
                <a:lnTo>
                  <a:pt x="0" y="6800849"/>
                </a:lnTo>
                <a:lnTo>
                  <a:pt x="0" y="0"/>
                </a:lnTo>
                <a:lnTo>
                  <a:pt x="100012" y="14287"/>
                </a:lnTo>
                <a:lnTo>
                  <a:pt x="392906" y="54768"/>
                </a:lnTo>
                <a:lnTo>
                  <a:pt x="604837" y="83343"/>
                </a:lnTo>
                <a:lnTo>
                  <a:pt x="859631" y="114299"/>
                </a:lnTo>
                <a:lnTo>
                  <a:pt x="1159668" y="150018"/>
                </a:lnTo>
                <a:lnTo>
                  <a:pt x="1493043" y="188118"/>
                </a:lnTo>
                <a:lnTo>
                  <a:pt x="1869281" y="228599"/>
                </a:lnTo>
                <a:lnTo>
                  <a:pt x="2278856" y="271462"/>
                </a:lnTo>
                <a:lnTo>
                  <a:pt x="2724149" y="314324"/>
                </a:lnTo>
                <a:lnTo>
                  <a:pt x="3198018" y="357187"/>
                </a:lnTo>
                <a:lnTo>
                  <a:pt x="3707605" y="397668"/>
                </a:lnTo>
                <a:lnTo>
                  <a:pt x="4243387" y="435768"/>
                </a:lnTo>
                <a:lnTo>
                  <a:pt x="4807743" y="471487"/>
                </a:lnTo>
                <a:lnTo>
                  <a:pt x="5395912" y="504824"/>
                </a:lnTo>
                <a:lnTo>
                  <a:pt x="6010274" y="535781"/>
                </a:lnTo>
                <a:lnTo>
                  <a:pt x="6324599" y="547687"/>
                </a:lnTo>
                <a:lnTo>
                  <a:pt x="6972299" y="571499"/>
                </a:lnTo>
                <a:lnTo>
                  <a:pt x="7300911" y="578643"/>
                </a:lnTo>
                <a:lnTo>
                  <a:pt x="7974805" y="592931"/>
                </a:lnTo>
                <a:lnTo>
                  <a:pt x="8320086" y="597693"/>
                </a:lnTo>
                <a:lnTo>
                  <a:pt x="8667749" y="597693"/>
                </a:lnTo>
                <a:lnTo>
                  <a:pt x="9020174" y="600074"/>
                </a:lnTo>
                <a:lnTo>
                  <a:pt x="9374980" y="597693"/>
                </a:lnTo>
                <a:lnTo>
                  <a:pt x="10096499" y="588168"/>
                </a:lnTo>
                <a:lnTo>
                  <a:pt x="10829924" y="569118"/>
                </a:lnTo>
                <a:lnTo>
                  <a:pt x="11199017" y="557212"/>
                </a:lnTo>
                <a:lnTo>
                  <a:pt x="11570492" y="540543"/>
                </a:lnTo>
                <a:lnTo>
                  <a:pt x="12322967" y="502443"/>
                </a:lnTo>
                <a:lnTo>
                  <a:pt x="12701586" y="478631"/>
                </a:lnTo>
                <a:lnTo>
                  <a:pt x="13461205" y="421481"/>
                </a:lnTo>
                <a:lnTo>
                  <a:pt x="13844586" y="388143"/>
                </a:lnTo>
                <a:lnTo>
                  <a:pt x="14230348" y="352424"/>
                </a:lnTo>
                <a:lnTo>
                  <a:pt x="14611348" y="314324"/>
                </a:lnTo>
                <a:lnTo>
                  <a:pt x="14997111" y="269081"/>
                </a:lnTo>
                <a:lnTo>
                  <a:pt x="15380492" y="221456"/>
                </a:lnTo>
                <a:lnTo>
                  <a:pt x="15766254" y="173831"/>
                </a:lnTo>
                <a:lnTo>
                  <a:pt x="16149636" y="119062"/>
                </a:lnTo>
                <a:lnTo>
                  <a:pt x="16533017" y="61912"/>
                </a:lnTo>
                <a:lnTo>
                  <a:pt x="16916398" y="2381"/>
                </a:lnTo>
                <a:lnTo>
                  <a:pt x="16916398" y="68008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0" y="2381"/>
            <a:ext cx="15657194" cy="704850"/>
          </a:xfrm>
          <a:custGeom>
            <a:avLst/>
            <a:gdLst/>
            <a:ahLst/>
            <a:cxnLst/>
            <a:rect l="l" t="t" r="r" b="b"/>
            <a:pathLst>
              <a:path w="15657194" h="704850">
                <a:moveTo>
                  <a:pt x="0" y="704850"/>
                </a:moveTo>
                <a:lnTo>
                  <a:pt x="15656718" y="704850"/>
                </a:lnTo>
                <a:lnTo>
                  <a:pt x="15656718" y="0"/>
                </a:lnTo>
                <a:lnTo>
                  <a:pt x="0" y="0"/>
                </a:lnTo>
                <a:lnTo>
                  <a:pt x="0" y="704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6685418" y="2381"/>
            <a:ext cx="1598930" cy="704850"/>
          </a:xfrm>
          <a:custGeom>
            <a:avLst/>
            <a:gdLst/>
            <a:ahLst/>
            <a:cxnLst/>
            <a:rect l="l" t="t" r="r" b="b"/>
            <a:pathLst>
              <a:path w="1598930" h="704850">
                <a:moveTo>
                  <a:pt x="0" y="704850"/>
                </a:moveTo>
                <a:lnTo>
                  <a:pt x="1598349" y="704850"/>
                </a:lnTo>
                <a:lnTo>
                  <a:pt x="1598349" y="0"/>
                </a:lnTo>
                <a:lnTo>
                  <a:pt x="0" y="0"/>
                </a:lnTo>
                <a:lnTo>
                  <a:pt x="0" y="704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0" y="707236"/>
            <a:ext cx="18284190" cy="9579610"/>
          </a:xfrm>
          <a:custGeom>
            <a:avLst/>
            <a:gdLst/>
            <a:ahLst/>
            <a:cxnLst/>
            <a:rect l="l" t="t" r="r" b="b"/>
            <a:pathLst>
              <a:path w="18284190" h="9579610">
                <a:moveTo>
                  <a:pt x="18283759" y="8865870"/>
                </a:moveTo>
                <a:lnTo>
                  <a:pt x="714565" y="8865870"/>
                </a:lnTo>
                <a:lnTo>
                  <a:pt x="714565" y="0"/>
                </a:lnTo>
                <a:lnTo>
                  <a:pt x="0" y="0"/>
                </a:lnTo>
                <a:lnTo>
                  <a:pt x="0" y="8865870"/>
                </a:lnTo>
                <a:lnTo>
                  <a:pt x="0" y="9579610"/>
                </a:lnTo>
                <a:lnTo>
                  <a:pt x="18283759" y="9579610"/>
                </a:lnTo>
                <a:lnTo>
                  <a:pt x="18283759" y="8865870"/>
                </a:lnTo>
                <a:close/>
              </a:path>
              <a:path w="18284190" h="9579610">
                <a:moveTo>
                  <a:pt x="18283759" y="0"/>
                </a:moveTo>
                <a:lnTo>
                  <a:pt x="17563910" y="0"/>
                </a:lnTo>
                <a:lnTo>
                  <a:pt x="17563910" y="8865400"/>
                </a:lnTo>
                <a:lnTo>
                  <a:pt x="18283759" y="8865400"/>
                </a:lnTo>
                <a:lnTo>
                  <a:pt x="182837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5656718" y="0"/>
            <a:ext cx="1028700" cy="1716405"/>
          </a:xfrm>
          <a:custGeom>
            <a:avLst/>
            <a:gdLst/>
            <a:ahLst/>
            <a:cxnLst/>
            <a:rect l="l" t="t" r="r" b="b"/>
            <a:pathLst>
              <a:path w="1028700" h="1716405">
                <a:moveTo>
                  <a:pt x="1028700" y="1715839"/>
                </a:moveTo>
                <a:lnTo>
                  <a:pt x="0" y="1715839"/>
                </a:lnTo>
                <a:lnTo>
                  <a:pt x="0" y="0"/>
                </a:lnTo>
                <a:lnTo>
                  <a:pt x="1028700" y="0"/>
                </a:lnTo>
                <a:lnTo>
                  <a:pt x="1028700" y="1715839"/>
                </a:lnTo>
                <a:close/>
              </a:path>
            </a:pathLst>
          </a:custGeom>
          <a:solidFill>
            <a:srgbClr val="ABD4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bg 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0835" y="770563"/>
            <a:ext cx="3081146" cy="204006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52630" y="3431090"/>
            <a:ext cx="11639549" cy="65341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81"/>
            <a:ext cx="18285104" cy="1028455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29" y="4012790"/>
            <a:ext cx="6285499" cy="627375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28" y="4343885"/>
            <a:ext cx="3542737" cy="354273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913517" y="2527414"/>
            <a:ext cx="4228433" cy="42163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999117" y="0"/>
            <a:ext cx="2399918" cy="239753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913517" y="8810862"/>
            <a:ext cx="1485661" cy="1476136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2754981" y="2273290"/>
            <a:ext cx="4933315" cy="1161415"/>
          </a:xfrm>
          <a:custGeom>
            <a:avLst/>
            <a:gdLst/>
            <a:ahLst/>
            <a:cxnLst/>
            <a:rect l="l" t="t" r="r" b="b"/>
            <a:pathLst>
              <a:path w="4933315" h="1161414">
                <a:moveTo>
                  <a:pt x="172236" y="1161413"/>
                </a:moveTo>
                <a:lnTo>
                  <a:pt x="142058" y="1161337"/>
                </a:lnTo>
                <a:lnTo>
                  <a:pt x="113094" y="1161044"/>
                </a:lnTo>
                <a:lnTo>
                  <a:pt x="85369" y="1160533"/>
                </a:lnTo>
                <a:lnTo>
                  <a:pt x="58905" y="1159799"/>
                </a:lnTo>
                <a:lnTo>
                  <a:pt x="58906" y="1159989"/>
                </a:lnTo>
                <a:lnTo>
                  <a:pt x="0" y="1068603"/>
                </a:lnTo>
                <a:lnTo>
                  <a:pt x="262217" y="1036020"/>
                </a:lnTo>
                <a:lnTo>
                  <a:pt x="533204" y="998686"/>
                </a:lnTo>
                <a:lnTo>
                  <a:pt x="672082" y="979307"/>
                </a:lnTo>
                <a:lnTo>
                  <a:pt x="811626" y="957933"/>
                </a:lnTo>
                <a:lnTo>
                  <a:pt x="1097960" y="913761"/>
                </a:lnTo>
                <a:lnTo>
                  <a:pt x="1244176" y="890202"/>
                </a:lnTo>
                <a:lnTo>
                  <a:pt x="1391441" y="864363"/>
                </a:lnTo>
                <a:lnTo>
                  <a:pt x="1540804" y="838999"/>
                </a:lnTo>
                <a:lnTo>
                  <a:pt x="1691310" y="811641"/>
                </a:lnTo>
                <a:lnTo>
                  <a:pt x="1995372" y="754073"/>
                </a:lnTo>
                <a:lnTo>
                  <a:pt x="2149214" y="722820"/>
                </a:lnTo>
                <a:lnTo>
                  <a:pt x="2305058" y="691376"/>
                </a:lnTo>
                <a:lnTo>
                  <a:pt x="2459662" y="658888"/>
                </a:lnTo>
                <a:lnTo>
                  <a:pt x="2615983" y="624310"/>
                </a:lnTo>
                <a:lnTo>
                  <a:pt x="2932055" y="552208"/>
                </a:lnTo>
                <a:lnTo>
                  <a:pt x="3089710" y="514020"/>
                </a:lnTo>
                <a:lnTo>
                  <a:pt x="3407307" y="433464"/>
                </a:lnTo>
                <a:lnTo>
                  <a:pt x="3567249" y="390811"/>
                </a:lnTo>
                <a:lnTo>
                  <a:pt x="3728431" y="346923"/>
                </a:lnTo>
                <a:lnTo>
                  <a:pt x="3886562" y="302560"/>
                </a:lnTo>
                <a:lnTo>
                  <a:pt x="4046123" y="255062"/>
                </a:lnTo>
                <a:lnTo>
                  <a:pt x="4205398" y="206330"/>
                </a:lnTo>
                <a:lnTo>
                  <a:pt x="4364769" y="157787"/>
                </a:lnTo>
                <a:lnTo>
                  <a:pt x="4522996" y="106014"/>
                </a:lnTo>
                <a:lnTo>
                  <a:pt x="4681127" y="53482"/>
                </a:lnTo>
                <a:lnTo>
                  <a:pt x="4839163" y="0"/>
                </a:lnTo>
                <a:lnTo>
                  <a:pt x="4847168" y="57416"/>
                </a:lnTo>
                <a:lnTo>
                  <a:pt x="4869934" y="217361"/>
                </a:lnTo>
                <a:lnTo>
                  <a:pt x="4907050" y="465483"/>
                </a:lnTo>
                <a:lnTo>
                  <a:pt x="4933241" y="651573"/>
                </a:lnTo>
                <a:lnTo>
                  <a:pt x="4857739" y="664674"/>
                </a:lnTo>
                <a:lnTo>
                  <a:pt x="4778182" y="678048"/>
                </a:lnTo>
                <a:lnTo>
                  <a:pt x="4651666" y="698567"/>
                </a:lnTo>
                <a:lnTo>
                  <a:pt x="4517115" y="719560"/>
                </a:lnTo>
                <a:lnTo>
                  <a:pt x="4375184" y="740945"/>
                </a:lnTo>
                <a:lnTo>
                  <a:pt x="4226525" y="762638"/>
                </a:lnTo>
                <a:lnTo>
                  <a:pt x="4071793" y="784555"/>
                </a:lnTo>
                <a:lnTo>
                  <a:pt x="3911642" y="806613"/>
                </a:lnTo>
                <a:lnTo>
                  <a:pt x="3746726" y="828728"/>
                </a:lnTo>
                <a:lnTo>
                  <a:pt x="3520553" y="858161"/>
                </a:lnTo>
                <a:lnTo>
                  <a:pt x="3288621" y="887350"/>
                </a:lnTo>
                <a:lnTo>
                  <a:pt x="3052478" y="916097"/>
                </a:lnTo>
                <a:lnTo>
                  <a:pt x="2813675" y="944205"/>
                </a:lnTo>
                <a:lnTo>
                  <a:pt x="2573760" y="971475"/>
                </a:lnTo>
                <a:lnTo>
                  <a:pt x="2334285" y="997711"/>
                </a:lnTo>
                <a:lnTo>
                  <a:pt x="2155898" y="1016589"/>
                </a:lnTo>
                <a:lnTo>
                  <a:pt x="1979284" y="1034690"/>
                </a:lnTo>
                <a:lnTo>
                  <a:pt x="1805096" y="1051931"/>
                </a:lnTo>
                <a:lnTo>
                  <a:pt x="1633988" y="1068229"/>
                </a:lnTo>
                <a:lnTo>
                  <a:pt x="1466613" y="1083498"/>
                </a:lnTo>
                <a:lnTo>
                  <a:pt x="1303626" y="1097657"/>
                </a:lnTo>
                <a:lnTo>
                  <a:pt x="1145681" y="1110622"/>
                </a:lnTo>
                <a:lnTo>
                  <a:pt x="993430" y="1122310"/>
                </a:lnTo>
                <a:lnTo>
                  <a:pt x="895416" y="1129350"/>
                </a:lnTo>
                <a:lnTo>
                  <a:pt x="800418" y="1135761"/>
                </a:lnTo>
                <a:lnTo>
                  <a:pt x="708629" y="1141517"/>
                </a:lnTo>
                <a:lnTo>
                  <a:pt x="620243" y="1146595"/>
                </a:lnTo>
                <a:lnTo>
                  <a:pt x="535454" y="1150968"/>
                </a:lnTo>
                <a:lnTo>
                  <a:pt x="454455" y="1154613"/>
                </a:lnTo>
                <a:lnTo>
                  <a:pt x="377440" y="1157505"/>
                </a:lnTo>
                <a:lnTo>
                  <a:pt x="304602" y="1159619"/>
                </a:lnTo>
                <a:lnTo>
                  <a:pt x="236137" y="1160930"/>
                </a:lnTo>
                <a:lnTo>
                  <a:pt x="203604" y="1161276"/>
                </a:lnTo>
                <a:lnTo>
                  <a:pt x="172236" y="1161413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688181" y="2800349"/>
            <a:ext cx="16916400" cy="6800850"/>
          </a:xfrm>
          <a:custGeom>
            <a:avLst/>
            <a:gdLst/>
            <a:ahLst/>
            <a:cxnLst/>
            <a:rect l="l" t="t" r="r" b="b"/>
            <a:pathLst>
              <a:path w="16916400" h="6800850">
                <a:moveTo>
                  <a:pt x="16916398" y="6800849"/>
                </a:moveTo>
                <a:lnTo>
                  <a:pt x="0" y="6800849"/>
                </a:lnTo>
                <a:lnTo>
                  <a:pt x="0" y="0"/>
                </a:lnTo>
                <a:lnTo>
                  <a:pt x="100012" y="14287"/>
                </a:lnTo>
                <a:lnTo>
                  <a:pt x="392906" y="54768"/>
                </a:lnTo>
                <a:lnTo>
                  <a:pt x="604837" y="83343"/>
                </a:lnTo>
                <a:lnTo>
                  <a:pt x="859631" y="114299"/>
                </a:lnTo>
                <a:lnTo>
                  <a:pt x="1159668" y="150018"/>
                </a:lnTo>
                <a:lnTo>
                  <a:pt x="1493043" y="188118"/>
                </a:lnTo>
                <a:lnTo>
                  <a:pt x="1869281" y="228599"/>
                </a:lnTo>
                <a:lnTo>
                  <a:pt x="2278856" y="271462"/>
                </a:lnTo>
                <a:lnTo>
                  <a:pt x="2724149" y="314324"/>
                </a:lnTo>
                <a:lnTo>
                  <a:pt x="3198018" y="357187"/>
                </a:lnTo>
                <a:lnTo>
                  <a:pt x="3707605" y="397668"/>
                </a:lnTo>
                <a:lnTo>
                  <a:pt x="4243387" y="435768"/>
                </a:lnTo>
                <a:lnTo>
                  <a:pt x="4807743" y="471487"/>
                </a:lnTo>
                <a:lnTo>
                  <a:pt x="5395912" y="504824"/>
                </a:lnTo>
                <a:lnTo>
                  <a:pt x="6010274" y="535781"/>
                </a:lnTo>
                <a:lnTo>
                  <a:pt x="6324599" y="547687"/>
                </a:lnTo>
                <a:lnTo>
                  <a:pt x="6972299" y="571499"/>
                </a:lnTo>
                <a:lnTo>
                  <a:pt x="7300911" y="578643"/>
                </a:lnTo>
                <a:lnTo>
                  <a:pt x="7974805" y="592931"/>
                </a:lnTo>
                <a:lnTo>
                  <a:pt x="8320086" y="597693"/>
                </a:lnTo>
                <a:lnTo>
                  <a:pt x="8667749" y="597693"/>
                </a:lnTo>
                <a:lnTo>
                  <a:pt x="9020174" y="600074"/>
                </a:lnTo>
                <a:lnTo>
                  <a:pt x="9374980" y="597693"/>
                </a:lnTo>
                <a:lnTo>
                  <a:pt x="10096499" y="588168"/>
                </a:lnTo>
                <a:lnTo>
                  <a:pt x="10829924" y="569118"/>
                </a:lnTo>
                <a:lnTo>
                  <a:pt x="11199017" y="557212"/>
                </a:lnTo>
                <a:lnTo>
                  <a:pt x="11570492" y="540543"/>
                </a:lnTo>
                <a:lnTo>
                  <a:pt x="12322967" y="502443"/>
                </a:lnTo>
                <a:lnTo>
                  <a:pt x="12701586" y="478631"/>
                </a:lnTo>
                <a:lnTo>
                  <a:pt x="13461205" y="421481"/>
                </a:lnTo>
                <a:lnTo>
                  <a:pt x="13844586" y="388143"/>
                </a:lnTo>
                <a:lnTo>
                  <a:pt x="14230348" y="352424"/>
                </a:lnTo>
                <a:lnTo>
                  <a:pt x="14611348" y="314324"/>
                </a:lnTo>
                <a:lnTo>
                  <a:pt x="14997111" y="269081"/>
                </a:lnTo>
                <a:lnTo>
                  <a:pt x="15380492" y="221456"/>
                </a:lnTo>
                <a:lnTo>
                  <a:pt x="15766254" y="173831"/>
                </a:lnTo>
                <a:lnTo>
                  <a:pt x="16149636" y="119062"/>
                </a:lnTo>
                <a:lnTo>
                  <a:pt x="16533017" y="61912"/>
                </a:lnTo>
                <a:lnTo>
                  <a:pt x="16916398" y="2381"/>
                </a:lnTo>
                <a:lnTo>
                  <a:pt x="16916398" y="68008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0" y="2381"/>
            <a:ext cx="15657194" cy="704850"/>
          </a:xfrm>
          <a:custGeom>
            <a:avLst/>
            <a:gdLst/>
            <a:ahLst/>
            <a:cxnLst/>
            <a:rect l="l" t="t" r="r" b="b"/>
            <a:pathLst>
              <a:path w="15657194" h="704850">
                <a:moveTo>
                  <a:pt x="0" y="704850"/>
                </a:moveTo>
                <a:lnTo>
                  <a:pt x="15656718" y="704850"/>
                </a:lnTo>
                <a:lnTo>
                  <a:pt x="15656718" y="0"/>
                </a:lnTo>
                <a:lnTo>
                  <a:pt x="0" y="0"/>
                </a:lnTo>
                <a:lnTo>
                  <a:pt x="0" y="704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6685418" y="2381"/>
            <a:ext cx="1598930" cy="704850"/>
          </a:xfrm>
          <a:custGeom>
            <a:avLst/>
            <a:gdLst/>
            <a:ahLst/>
            <a:cxnLst/>
            <a:rect l="l" t="t" r="r" b="b"/>
            <a:pathLst>
              <a:path w="1598930" h="704850">
                <a:moveTo>
                  <a:pt x="0" y="704850"/>
                </a:moveTo>
                <a:lnTo>
                  <a:pt x="1598349" y="704850"/>
                </a:lnTo>
                <a:lnTo>
                  <a:pt x="1598349" y="0"/>
                </a:lnTo>
                <a:lnTo>
                  <a:pt x="0" y="0"/>
                </a:lnTo>
                <a:lnTo>
                  <a:pt x="0" y="704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0" y="707236"/>
            <a:ext cx="18284190" cy="9579610"/>
          </a:xfrm>
          <a:custGeom>
            <a:avLst/>
            <a:gdLst/>
            <a:ahLst/>
            <a:cxnLst/>
            <a:rect l="l" t="t" r="r" b="b"/>
            <a:pathLst>
              <a:path w="18284190" h="9579610">
                <a:moveTo>
                  <a:pt x="18283759" y="8865870"/>
                </a:moveTo>
                <a:lnTo>
                  <a:pt x="714565" y="8865870"/>
                </a:lnTo>
                <a:lnTo>
                  <a:pt x="714565" y="0"/>
                </a:lnTo>
                <a:lnTo>
                  <a:pt x="0" y="0"/>
                </a:lnTo>
                <a:lnTo>
                  <a:pt x="0" y="8865870"/>
                </a:lnTo>
                <a:lnTo>
                  <a:pt x="0" y="9579610"/>
                </a:lnTo>
                <a:lnTo>
                  <a:pt x="18283759" y="9579610"/>
                </a:lnTo>
                <a:lnTo>
                  <a:pt x="18283759" y="8865870"/>
                </a:lnTo>
                <a:close/>
              </a:path>
              <a:path w="18284190" h="9579610">
                <a:moveTo>
                  <a:pt x="18283759" y="0"/>
                </a:moveTo>
                <a:lnTo>
                  <a:pt x="17563910" y="0"/>
                </a:lnTo>
                <a:lnTo>
                  <a:pt x="17563910" y="8865400"/>
                </a:lnTo>
                <a:lnTo>
                  <a:pt x="18283759" y="8865400"/>
                </a:lnTo>
                <a:lnTo>
                  <a:pt x="182837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5656718" y="0"/>
            <a:ext cx="1028700" cy="1716405"/>
          </a:xfrm>
          <a:custGeom>
            <a:avLst/>
            <a:gdLst/>
            <a:ahLst/>
            <a:cxnLst/>
            <a:rect l="l" t="t" r="r" b="b"/>
            <a:pathLst>
              <a:path w="1028700" h="1716405">
                <a:moveTo>
                  <a:pt x="1028700" y="1715839"/>
                </a:moveTo>
                <a:lnTo>
                  <a:pt x="0" y="1715839"/>
                </a:lnTo>
                <a:lnTo>
                  <a:pt x="0" y="0"/>
                </a:lnTo>
                <a:lnTo>
                  <a:pt x="1028700" y="0"/>
                </a:lnTo>
                <a:lnTo>
                  <a:pt x="1028700" y="1715839"/>
                </a:lnTo>
                <a:close/>
              </a:path>
            </a:pathLst>
          </a:custGeom>
          <a:solidFill>
            <a:srgbClr val="ABD4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9183" y="1513681"/>
            <a:ext cx="10659744" cy="13139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60876" y="3909675"/>
            <a:ext cx="11951969" cy="414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5460" cy="10287000"/>
            <a:chOff x="0" y="0"/>
            <a:chExt cx="1828546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1"/>
              <a:ext cx="18285104" cy="102845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9" y="4012790"/>
              <a:ext cx="6285499" cy="62737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28" y="4343885"/>
              <a:ext cx="3542737" cy="35427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13517" y="2527414"/>
              <a:ext cx="4228433" cy="4216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99117" y="0"/>
              <a:ext cx="2399918" cy="239753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13517" y="8810862"/>
              <a:ext cx="1485661" cy="1476136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0" y="2381"/>
            <a:ext cx="15657194" cy="704850"/>
          </a:xfrm>
          <a:custGeom>
            <a:avLst/>
            <a:gdLst/>
            <a:ahLst/>
            <a:cxnLst/>
            <a:rect l="l" t="t" r="r" b="b"/>
            <a:pathLst>
              <a:path w="15657194" h="704850">
                <a:moveTo>
                  <a:pt x="0" y="704850"/>
                </a:moveTo>
                <a:lnTo>
                  <a:pt x="15656718" y="704850"/>
                </a:lnTo>
                <a:lnTo>
                  <a:pt x="15656718" y="0"/>
                </a:lnTo>
                <a:lnTo>
                  <a:pt x="0" y="0"/>
                </a:lnTo>
                <a:lnTo>
                  <a:pt x="0" y="704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685418" y="2381"/>
            <a:ext cx="1598930" cy="704850"/>
          </a:xfrm>
          <a:custGeom>
            <a:avLst/>
            <a:gdLst/>
            <a:ahLst/>
            <a:cxnLst/>
            <a:rect l="l" t="t" r="r" b="b"/>
            <a:pathLst>
              <a:path w="1598930" h="704850">
                <a:moveTo>
                  <a:pt x="0" y="704850"/>
                </a:moveTo>
                <a:lnTo>
                  <a:pt x="1598349" y="704850"/>
                </a:lnTo>
                <a:lnTo>
                  <a:pt x="1598349" y="0"/>
                </a:lnTo>
                <a:lnTo>
                  <a:pt x="0" y="0"/>
                </a:lnTo>
                <a:lnTo>
                  <a:pt x="0" y="704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18284190" cy="10287000"/>
            <a:chOff x="0" y="0"/>
            <a:chExt cx="18284190" cy="10287000"/>
          </a:xfrm>
        </p:grpSpPr>
        <p:sp>
          <p:nvSpPr>
            <p:cNvPr id="12" name="object 12"/>
            <p:cNvSpPr/>
            <p:nvPr/>
          </p:nvSpPr>
          <p:spPr>
            <a:xfrm>
              <a:off x="0" y="707236"/>
              <a:ext cx="18284190" cy="9579610"/>
            </a:xfrm>
            <a:custGeom>
              <a:avLst/>
              <a:gdLst/>
              <a:ahLst/>
              <a:cxnLst/>
              <a:rect l="l" t="t" r="r" b="b"/>
              <a:pathLst>
                <a:path w="18284190" h="9579610">
                  <a:moveTo>
                    <a:pt x="18283759" y="8865870"/>
                  </a:moveTo>
                  <a:lnTo>
                    <a:pt x="714565" y="8865870"/>
                  </a:lnTo>
                  <a:lnTo>
                    <a:pt x="714565" y="0"/>
                  </a:lnTo>
                  <a:lnTo>
                    <a:pt x="0" y="0"/>
                  </a:lnTo>
                  <a:lnTo>
                    <a:pt x="0" y="8865870"/>
                  </a:lnTo>
                  <a:lnTo>
                    <a:pt x="0" y="9579610"/>
                  </a:lnTo>
                  <a:lnTo>
                    <a:pt x="18283759" y="9579610"/>
                  </a:lnTo>
                  <a:lnTo>
                    <a:pt x="18283759" y="8865870"/>
                  </a:lnTo>
                  <a:close/>
                </a:path>
                <a:path w="18284190" h="9579610">
                  <a:moveTo>
                    <a:pt x="18283759" y="0"/>
                  </a:moveTo>
                  <a:lnTo>
                    <a:pt x="17563910" y="0"/>
                  </a:lnTo>
                  <a:lnTo>
                    <a:pt x="17563910" y="8865400"/>
                  </a:lnTo>
                  <a:lnTo>
                    <a:pt x="18283759" y="8865400"/>
                  </a:lnTo>
                  <a:lnTo>
                    <a:pt x="182837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656718" y="0"/>
              <a:ext cx="1028700" cy="1716405"/>
            </a:xfrm>
            <a:custGeom>
              <a:avLst/>
              <a:gdLst/>
              <a:ahLst/>
              <a:cxnLst/>
              <a:rect l="l" t="t" r="r" b="b"/>
              <a:pathLst>
                <a:path w="1028700" h="1716405">
                  <a:moveTo>
                    <a:pt x="1028700" y="1715839"/>
                  </a:moveTo>
                  <a:lnTo>
                    <a:pt x="0" y="1715839"/>
                  </a:lnTo>
                  <a:lnTo>
                    <a:pt x="0" y="0"/>
                  </a:lnTo>
                  <a:lnTo>
                    <a:pt x="1028700" y="0"/>
                  </a:lnTo>
                  <a:lnTo>
                    <a:pt x="1028700" y="1715839"/>
                  </a:lnTo>
                  <a:close/>
                </a:path>
              </a:pathLst>
            </a:custGeom>
            <a:solidFill>
              <a:srgbClr val="ABD4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976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35885" algn="l"/>
                <a:tab pos="5023485" algn="l"/>
                <a:tab pos="7309484" algn="l"/>
                <a:tab pos="9324975" algn="l"/>
              </a:tabLst>
            </a:pPr>
            <a:r>
              <a:rPr dirty="0" sz="4800" spc="-10">
                <a:solidFill>
                  <a:srgbClr val="EBEBEB"/>
                </a:solidFill>
                <a:latin typeface="Times New Roman"/>
                <a:cs typeface="Times New Roman"/>
              </a:rPr>
              <a:t>DIGITAL</a:t>
            </a:r>
            <a:r>
              <a:rPr dirty="0" sz="4800">
                <a:solidFill>
                  <a:srgbClr val="EBEBEB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EBEBEB"/>
                </a:solidFill>
                <a:latin typeface="Times New Roman"/>
                <a:cs typeface="Times New Roman"/>
              </a:rPr>
              <a:t>NOTICE</a:t>
            </a:r>
            <a:r>
              <a:rPr dirty="0" sz="4800">
                <a:solidFill>
                  <a:srgbClr val="EBEBEB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EBEBEB"/>
                </a:solidFill>
                <a:latin typeface="Times New Roman"/>
                <a:cs typeface="Times New Roman"/>
              </a:rPr>
              <a:t>BOARD</a:t>
            </a:r>
            <a:r>
              <a:rPr dirty="0" sz="4800">
                <a:solidFill>
                  <a:srgbClr val="EBEBEB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EBEBEB"/>
                </a:solidFill>
                <a:latin typeface="Times New Roman"/>
                <a:cs typeface="Times New Roman"/>
              </a:rPr>
              <a:t>USING</a:t>
            </a:r>
            <a:r>
              <a:rPr dirty="0" sz="4800">
                <a:solidFill>
                  <a:srgbClr val="EBEBEB"/>
                </a:solidFill>
                <a:latin typeface="Times New Roman"/>
                <a:cs typeface="Times New Roman"/>
              </a:rPr>
              <a:t>	</a:t>
            </a:r>
            <a:r>
              <a:rPr dirty="0" sz="4800" spc="-25">
                <a:solidFill>
                  <a:srgbClr val="EBEBEB"/>
                </a:solidFill>
                <a:latin typeface="Times New Roman"/>
                <a:cs typeface="Times New Roman"/>
              </a:rPr>
              <a:t>GSM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44722" y="4243441"/>
            <a:ext cx="2341880" cy="150558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930"/>
              </a:spcBef>
            </a:pPr>
            <a:r>
              <a:rPr dirty="0" sz="3700" spc="-480" b="1">
                <a:solidFill>
                  <a:srgbClr val="FFFFFF"/>
                </a:solidFill>
                <a:latin typeface="Comic Sans MS"/>
                <a:cs typeface="Comic Sans MS"/>
              </a:rPr>
              <a:t>G</a:t>
            </a:r>
            <a:r>
              <a:rPr dirty="0" sz="3700" spc="-305" b="1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3700" spc="-515" b="1">
                <a:solidFill>
                  <a:srgbClr val="FFFFFF"/>
                </a:solidFill>
                <a:latin typeface="Comic Sans MS"/>
                <a:cs typeface="Comic Sans MS"/>
              </a:rPr>
              <a:t>SINDHU </a:t>
            </a:r>
            <a:r>
              <a:rPr dirty="0" sz="3700" spc="-495" b="1">
                <a:solidFill>
                  <a:srgbClr val="FFFFFF"/>
                </a:solidFill>
                <a:latin typeface="Comic Sans MS"/>
                <a:cs typeface="Comic Sans MS"/>
              </a:rPr>
              <a:t>KAVYA</a:t>
            </a:r>
            <a:r>
              <a:rPr dirty="0" sz="3700" spc="-290" b="1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3700" spc="-505" b="1">
                <a:solidFill>
                  <a:srgbClr val="FFFFFF"/>
                </a:solidFill>
                <a:latin typeface="Comic Sans MS"/>
                <a:cs typeface="Comic Sans MS"/>
              </a:rPr>
              <a:t>RS </a:t>
            </a:r>
            <a:r>
              <a:rPr dirty="0" sz="3700" spc="-520" b="1">
                <a:solidFill>
                  <a:srgbClr val="FFFFFF"/>
                </a:solidFill>
                <a:latin typeface="Comic Sans MS"/>
                <a:cs typeface="Comic Sans MS"/>
              </a:rPr>
              <a:t>SANDHYA</a:t>
            </a:r>
            <a:r>
              <a:rPr dirty="0" sz="3700" spc="-305" b="1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3700" spc="-500" b="1">
                <a:solidFill>
                  <a:srgbClr val="FFFFFF"/>
                </a:solidFill>
                <a:latin typeface="Comic Sans MS"/>
                <a:cs typeface="Comic Sans MS"/>
              </a:rPr>
              <a:t>L</a:t>
            </a:r>
            <a:endParaRPr sz="37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522710" y="3786241"/>
            <a:ext cx="2873375" cy="19627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4020"/>
              </a:lnSpc>
              <a:spcBef>
                <a:spcPts val="110"/>
              </a:spcBef>
            </a:pPr>
            <a:r>
              <a:rPr dirty="0" sz="3700" spc="-475" b="1">
                <a:solidFill>
                  <a:srgbClr val="FFFFFF"/>
                </a:solidFill>
                <a:latin typeface="Comic Sans MS"/>
                <a:cs typeface="Comic Sans MS"/>
              </a:rPr>
              <a:t>BY</a:t>
            </a:r>
            <a:endParaRPr sz="3700">
              <a:latin typeface="Comic Sans MS"/>
              <a:cs typeface="Comic Sans MS"/>
            </a:endParaRPr>
          </a:p>
          <a:p>
            <a:pPr marL="414655">
              <a:lnSpc>
                <a:spcPts val="3600"/>
              </a:lnSpc>
            </a:pPr>
            <a:r>
              <a:rPr dirty="0" sz="3700" spc="-450" b="1">
                <a:solidFill>
                  <a:srgbClr val="FFFFFF"/>
                </a:solidFill>
                <a:latin typeface="Comic Sans MS"/>
                <a:cs typeface="Comic Sans MS"/>
              </a:rPr>
              <a:t>1CR24EC071</a:t>
            </a:r>
            <a:endParaRPr sz="3700">
              <a:latin typeface="Comic Sans MS"/>
              <a:cs typeface="Comic Sans MS"/>
            </a:endParaRPr>
          </a:p>
          <a:p>
            <a:pPr marL="488315">
              <a:lnSpc>
                <a:spcPts val="3600"/>
              </a:lnSpc>
            </a:pPr>
            <a:r>
              <a:rPr dirty="0" sz="3700" spc="-450" b="1">
                <a:solidFill>
                  <a:srgbClr val="FFFFFF"/>
                </a:solidFill>
                <a:latin typeface="Comic Sans MS"/>
                <a:cs typeface="Comic Sans MS"/>
              </a:rPr>
              <a:t>1CR24EC097</a:t>
            </a:r>
            <a:endParaRPr sz="3700">
              <a:latin typeface="Comic Sans MS"/>
              <a:cs typeface="Comic Sans MS"/>
            </a:endParaRPr>
          </a:p>
          <a:p>
            <a:pPr marL="511175">
              <a:lnSpc>
                <a:spcPts val="4020"/>
              </a:lnSpc>
            </a:pPr>
            <a:r>
              <a:rPr dirty="0" sz="3700" spc="-450" b="1">
                <a:solidFill>
                  <a:srgbClr val="FFFFFF"/>
                </a:solidFill>
                <a:latin typeface="Comic Sans MS"/>
                <a:cs typeface="Comic Sans MS"/>
              </a:rPr>
              <a:t>1CR25EC410</a:t>
            </a:r>
            <a:endParaRPr sz="370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98185" y="7234290"/>
            <a:ext cx="9594850" cy="168910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2188845" marR="5080">
              <a:lnSpc>
                <a:spcPts val="3600"/>
              </a:lnSpc>
              <a:spcBef>
                <a:spcPts val="930"/>
              </a:spcBef>
            </a:pPr>
            <a:r>
              <a:rPr dirty="0" sz="3700" spc="-409" b="1">
                <a:solidFill>
                  <a:srgbClr val="FFFFFF"/>
                </a:solidFill>
                <a:latin typeface="Comic Sans MS"/>
                <a:cs typeface="Comic Sans MS"/>
              </a:rPr>
              <a:t>Under</a:t>
            </a:r>
            <a:r>
              <a:rPr dirty="0" sz="3700" spc="-295" b="1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3700" spc="-385" b="1">
                <a:solidFill>
                  <a:srgbClr val="FFFFFF"/>
                </a:solidFill>
                <a:latin typeface="Comic Sans MS"/>
                <a:cs typeface="Comic Sans MS"/>
              </a:rPr>
              <a:t>the</a:t>
            </a:r>
            <a:r>
              <a:rPr dirty="0" sz="3700" spc="-295" b="1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3700" spc="-380" b="1">
                <a:solidFill>
                  <a:srgbClr val="FFFFFF"/>
                </a:solidFill>
                <a:latin typeface="Comic Sans MS"/>
                <a:cs typeface="Comic Sans MS"/>
              </a:rPr>
              <a:t>Guidance</a:t>
            </a:r>
            <a:r>
              <a:rPr dirty="0" sz="3700" spc="-290" b="1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3700" spc="-365" b="1">
                <a:solidFill>
                  <a:srgbClr val="FFFFFF"/>
                </a:solidFill>
                <a:latin typeface="Comic Sans MS"/>
                <a:cs typeface="Comic Sans MS"/>
              </a:rPr>
              <a:t>of</a:t>
            </a:r>
            <a:r>
              <a:rPr dirty="0" sz="3700" spc="-295" b="1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3700" spc="-365" b="1">
                <a:solidFill>
                  <a:srgbClr val="FFFFFF"/>
                </a:solidFill>
                <a:latin typeface="Comic Sans MS"/>
                <a:cs typeface="Comic Sans MS"/>
              </a:rPr>
              <a:t>Prof.Geethanjali </a:t>
            </a:r>
            <a:r>
              <a:rPr dirty="0" sz="3700" spc="-420" b="1">
                <a:solidFill>
                  <a:srgbClr val="FFFFFF"/>
                </a:solidFill>
                <a:latin typeface="Comic Sans MS"/>
                <a:cs typeface="Comic Sans MS"/>
              </a:rPr>
              <a:t>Pawanekumar</a:t>
            </a:r>
            <a:endParaRPr sz="37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dirty="0" sz="2700">
                <a:solidFill>
                  <a:srgbClr val="FFFFFF"/>
                </a:solidFill>
                <a:latin typeface="Comic Sans MS"/>
                <a:cs typeface="Comic Sans MS"/>
              </a:rPr>
              <a:t>ELECTRONICS</a:t>
            </a:r>
            <a:r>
              <a:rPr dirty="0" sz="2700" spc="-135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FFFFFF"/>
                </a:solidFill>
                <a:latin typeface="Comic Sans MS"/>
                <a:cs typeface="Comic Sans MS"/>
              </a:rPr>
              <a:t>AND</a:t>
            </a:r>
            <a:r>
              <a:rPr dirty="0" sz="2700" spc="-135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2700" spc="-10">
                <a:solidFill>
                  <a:srgbClr val="FFFFFF"/>
                </a:solidFill>
                <a:latin typeface="Comic Sans MS"/>
                <a:cs typeface="Comic Sans MS"/>
              </a:rPr>
              <a:t>COMMUNICATION(ECE)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06758" y="9805650"/>
            <a:ext cx="158877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Arial"/>
                <a:cs typeface="Arial"/>
              </a:rPr>
              <a:t>17-3-</a:t>
            </a:r>
            <a:r>
              <a:rPr dirty="0" sz="2700" spc="-20">
                <a:latin typeface="Arial"/>
                <a:cs typeface="Arial"/>
              </a:rPr>
              <a:t>2026</a:t>
            </a:r>
            <a:endParaRPr sz="2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8984" y="773902"/>
            <a:ext cx="3658870" cy="534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300" spc="-315" b="1">
                <a:solidFill>
                  <a:srgbClr val="FFFFFF"/>
                </a:solidFill>
                <a:latin typeface="Comic Sans MS"/>
                <a:cs typeface="Comic Sans MS"/>
              </a:rPr>
              <a:t>Project</a:t>
            </a:r>
            <a:r>
              <a:rPr dirty="0" sz="3300" spc="-260" b="1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3300" spc="-320" b="1">
                <a:solidFill>
                  <a:srgbClr val="FFFFFF"/>
                </a:solidFill>
                <a:latin typeface="Comic Sans MS"/>
                <a:cs typeface="Comic Sans MS"/>
              </a:rPr>
              <a:t>review</a:t>
            </a:r>
            <a:r>
              <a:rPr dirty="0" sz="3300" spc="-254" b="1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3300" spc="-275" b="1">
                <a:solidFill>
                  <a:srgbClr val="FFFFFF"/>
                </a:solidFill>
                <a:latin typeface="Comic Sans MS"/>
                <a:cs typeface="Comic Sans MS"/>
              </a:rPr>
              <a:t>:</a:t>
            </a:r>
            <a:r>
              <a:rPr dirty="0" sz="3300" spc="-254" b="1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3300" spc="-305" b="1">
                <a:solidFill>
                  <a:srgbClr val="FFFFFF"/>
                </a:solidFill>
                <a:latin typeface="Comic Sans MS"/>
                <a:cs typeface="Comic Sans MS"/>
              </a:rPr>
              <a:t>First</a:t>
            </a:r>
            <a:endParaRPr sz="3300">
              <a:latin typeface="Comic Sans MS"/>
              <a:cs typeface="Comic Sans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2481" y="2788443"/>
            <a:ext cx="6927965" cy="49009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4190" cy="10287000"/>
            <a:chOff x="0" y="0"/>
            <a:chExt cx="1828419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5520" y="4127163"/>
              <a:ext cx="152400" cy="1523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5520" y="4765338"/>
              <a:ext cx="152400" cy="152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5520" y="5403513"/>
              <a:ext cx="152400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5520" y="6041688"/>
              <a:ext cx="152400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5520" y="6679862"/>
              <a:ext cx="152400" cy="152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5520" y="7318037"/>
              <a:ext cx="152400" cy="152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5520" y="7956212"/>
              <a:ext cx="152400" cy="152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835" y="631669"/>
              <a:ext cx="3081146" cy="2178938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35275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EBEBEB"/>
                </a:solidFill>
                <a:latin typeface="Times New Roman"/>
                <a:cs typeface="Times New Roman"/>
              </a:rPr>
              <a:t>CONTENT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78016" y="3809663"/>
            <a:ext cx="3891279" cy="449453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5030"/>
              </a:lnSpc>
              <a:spcBef>
                <a:spcPts val="180"/>
              </a:spcBef>
              <a:tabLst>
                <a:tab pos="2248535" algn="l"/>
              </a:tabLst>
            </a:pPr>
            <a:r>
              <a:rPr dirty="0" sz="4200" spc="-10">
                <a:latin typeface="Times New Roman"/>
                <a:cs typeface="Times New Roman"/>
              </a:rPr>
              <a:t>Introduction Objective Literature</a:t>
            </a:r>
            <a:r>
              <a:rPr dirty="0" sz="4200">
                <a:latin typeface="Times New Roman"/>
                <a:cs typeface="Times New Roman"/>
              </a:rPr>
              <a:t>	</a:t>
            </a:r>
            <a:r>
              <a:rPr dirty="0" sz="4200" spc="-10">
                <a:latin typeface="Times New Roman"/>
                <a:cs typeface="Times New Roman"/>
              </a:rPr>
              <a:t>Review Methodology Result Conclusion Reference</a:t>
            </a:r>
            <a:endParaRPr sz="4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835" y="770563"/>
            <a:ext cx="3081146" cy="204006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432" rIns="0" bIns="0" rtlCol="0" vert="horz">
            <a:spAutoFit/>
          </a:bodyPr>
          <a:lstStyle/>
          <a:p>
            <a:pPr marL="27813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98960" y="3800138"/>
            <a:ext cx="14081760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42290">
              <a:lnSpc>
                <a:spcPct val="100000"/>
              </a:lnSpc>
              <a:spcBef>
                <a:spcPts val="100"/>
              </a:spcBef>
              <a:buFont typeface="Segoe UI Symbol"/>
              <a:buChar char="➢"/>
              <a:tabLst>
                <a:tab pos="55499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dirty="0" sz="3000" spc="-5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000" spc="-5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Board</a:t>
            </a:r>
            <a:r>
              <a:rPr dirty="0" sz="3000" spc="-5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GSM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displays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messages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electronically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25">
                <a:solidFill>
                  <a:srgbClr val="404040"/>
                </a:solidFill>
                <a:latin typeface="Times New Roman"/>
                <a:cs typeface="Times New Roman"/>
              </a:rPr>
              <a:t>on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display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board.</a:t>
            </a:r>
            <a:endParaRPr sz="3000">
              <a:latin typeface="Times New Roman"/>
              <a:cs typeface="Times New Roman"/>
            </a:endParaRPr>
          </a:p>
          <a:p>
            <a:pPr marL="554990" indent="-542290">
              <a:lnSpc>
                <a:spcPct val="100000"/>
              </a:lnSpc>
              <a:buFont typeface="Segoe UI Symbol"/>
              <a:buChar char="➢"/>
              <a:tabLst>
                <a:tab pos="55499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Users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send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important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notices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mobile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phone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GSM</a:t>
            </a:r>
            <a:r>
              <a:rPr dirty="0" sz="3000" spc="-5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>
                <a:solidFill>
                  <a:srgbClr val="404040"/>
                </a:solidFill>
                <a:latin typeface="Times New Roman"/>
                <a:cs typeface="Times New Roman"/>
              </a:rPr>
              <a:t>network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  <a:p>
            <a:pPr marL="12700" marR="207010" indent="542290">
              <a:lnSpc>
                <a:spcPct val="100000"/>
              </a:lnSpc>
              <a:buFont typeface="Segoe UI Symbol"/>
              <a:buChar char="➢"/>
              <a:tabLst>
                <a:tab pos="55499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receives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message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GSM</a:t>
            </a:r>
            <a:r>
              <a:rPr dirty="0" sz="3000" spc="-6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module</a:t>
            </a:r>
            <a:r>
              <a:rPr dirty="0" sz="3000" spc="-6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displays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automatically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dirty="0" sz="30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0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board.</a:t>
            </a:r>
            <a:endParaRPr sz="3000">
              <a:latin typeface="Times New Roman"/>
              <a:cs typeface="Times New Roman"/>
            </a:endParaRPr>
          </a:p>
          <a:p>
            <a:pPr marL="12700" marR="1296670" indent="542290">
              <a:lnSpc>
                <a:spcPct val="100000"/>
              </a:lnSpc>
              <a:buFont typeface="Segoe UI Symbol"/>
              <a:buChar char="➢"/>
              <a:tabLst>
                <a:tab pos="554990" algn="l"/>
              </a:tabLst>
            </a:pP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Quick</a:t>
            </a:r>
            <a:r>
              <a:rPr dirty="0" sz="3000" spc="-7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>
                <a:solidFill>
                  <a:srgbClr val="404040"/>
                </a:solidFill>
                <a:latin typeface="Times New Roman"/>
                <a:cs typeface="Times New Roman"/>
              </a:rPr>
              <a:t>communication</a:t>
            </a:r>
            <a:r>
              <a:rPr dirty="0" sz="3000" spc="-7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board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helps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people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receive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important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dirty="0" sz="3000" spc="-1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easily.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835" y="770563"/>
            <a:ext cx="3081146" cy="204006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84145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24703" y="4106843"/>
            <a:ext cx="11986260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4990" indent="-542290">
              <a:lnSpc>
                <a:spcPct val="100000"/>
              </a:lnSpc>
              <a:spcBef>
                <a:spcPts val="100"/>
              </a:spcBef>
              <a:buFont typeface="Segoe UI Symbol"/>
              <a:buChar char="➢"/>
              <a:tabLst>
                <a:tab pos="55499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Many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institutions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need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fast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way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display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many</a:t>
            </a:r>
            <a:r>
              <a:rPr dirty="0" sz="3000" spc="-6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>
                <a:solidFill>
                  <a:srgbClr val="404040"/>
                </a:solidFill>
                <a:latin typeface="Times New Roman"/>
                <a:cs typeface="Times New Roman"/>
              </a:rPr>
              <a:t>people.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404040"/>
              </a:buClr>
              <a:buFont typeface="Segoe UI Symbol"/>
              <a:buChar char="➢"/>
            </a:pPr>
            <a:endParaRPr sz="3000">
              <a:latin typeface="Times New Roman"/>
              <a:cs typeface="Times New Roman"/>
            </a:endParaRPr>
          </a:p>
          <a:p>
            <a:pPr marL="554990" indent="-542290">
              <a:lnSpc>
                <a:spcPct val="100000"/>
              </a:lnSpc>
              <a:buFont typeface="Segoe UI Symbol"/>
              <a:buChar char="➢"/>
              <a:tabLst>
                <a:tab pos="55499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Because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this,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updating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notices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traditional</a:t>
            </a:r>
            <a:r>
              <a:rPr dirty="0" sz="3000" spc="-6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boards</a:t>
            </a:r>
            <a:r>
              <a:rPr dirty="0" sz="3000" spc="-5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slow.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404040"/>
              </a:buClr>
              <a:buFont typeface="Segoe UI Symbol"/>
              <a:buChar char="➢"/>
            </a:pPr>
            <a:endParaRPr sz="3000">
              <a:latin typeface="Times New Roman"/>
              <a:cs typeface="Times New Roman"/>
            </a:endParaRPr>
          </a:p>
          <a:p>
            <a:pPr marL="554990" indent="-542290">
              <a:lnSpc>
                <a:spcPct val="100000"/>
              </a:lnSpc>
              <a:buFont typeface="Segoe UI Symbol"/>
              <a:buChar char="➢"/>
              <a:tabLst>
                <a:tab pos="55499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0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board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GSM</a:t>
            </a:r>
            <a:r>
              <a:rPr dirty="0" sz="30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help</a:t>
            </a:r>
            <a:r>
              <a:rPr dirty="0" sz="30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send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messages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remotely.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404040"/>
              </a:buClr>
              <a:buFont typeface="Segoe UI Symbol"/>
              <a:buChar char="➢"/>
            </a:pPr>
            <a:endParaRPr sz="3000">
              <a:latin typeface="Times New Roman"/>
              <a:cs typeface="Times New Roman"/>
            </a:endParaRPr>
          </a:p>
          <a:p>
            <a:pPr marL="554990" indent="-542290">
              <a:lnSpc>
                <a:spcPct val="100000"/>
              </a:lnSpc>
              <a:buFont typeface="Segoe UI Symbol"/>
              <a:buChar char="➢"/>
              <a:tabLst>
                <a:tab pos="55499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message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sent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mobile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network,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appears</a:t>
            </a:r>
            <a:r>
              <a:rPr dirty="0" sz="3000" spc="-5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>
                <a:solidFill>
                  <a:srgbClr val="404040"/>
                </a:solidFill>
                <a:latin typeface="Times New Roman"/>
                <a:cs typeface="Times New Roman"/>
              </a:rPr>
              <a:t>instantly.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4190" cy="10287000"/>
            <a:chOff x="0" y="0"/>
            <a:chExt cx="1828419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8258" y="3850938"/>
              <a:ext cx="114300" cy="1142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8258" y="4765338"/>
              <a:ext cx="114300" cy="1142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8258" y="5679738"/>
              <a:ext cx="114300" cy="114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8258" y="6594137"/>
              <a:ext cx="114300" cy="114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835" y="770563"/>
              <a:ext cx="3081146" cy="2040064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59785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imes New Roman"/>
                <a:cs typeface="Times New Roman"/>
              </a:rPr>
              <a:t>OBJECTIVE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40833" y="3628688"/>
            <a:ext cx="13150215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4990" indent="-542290">
              <a:lnSpc>
                <a:spcPct val="100000"/>
              </a:lnSpc>
              <a:spcBef>
                <a:spcPts val="100"/>
              </a:spcBef>
              <a:buFont typeface="Segoe UI Symbol"/>
              <a:buChar char="➢"/>
              <a:tabLst>
                <a:tab pos="55499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design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board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quick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display.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404040"/>
              </a:buClr>
              <a:buFont typeface="Segoe UI Symbol"/>
              <a:buChar char="➢"/>
            </a:pPr>
            <a:endParaRPr sz="3000">
              <a:latin typeface="Times New Roman"/>
              <a:cs typeface="Times New Roman"/>
            </a:endParaRPr>
          </a:p>
          <a:p>
            <a:pPr marL="554990" indent="-542290">
              <a:lnSpc>
                <a:spcPct val="100000"/>
              </a:lnSpc>
              <a:buFont typeface="Segoe UI Symbol"/>
              <a:buChar char="➢"/>
              <a:tabLst>
                <a:tab pos="55499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receive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text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messages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GSM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network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authorized</a:t>
            </a:r>
            <a:r>
              <a:rPr dirty="0" sz="3000" spc="-7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mobile</a:t>
            </a:r>
            <a:r>
              <a:rPr dirty="0" sz="3000" spc="-7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>
                <a:solidFill>
                  <a:srgbClr val="404040"/>
                </a:solidFill>
                <a:latin typeface="Times New Roman"/>
                <a:cs typeface="Times New Roman"/>
              </a:rPr>
              <a:t>phones.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404040"/>
              </a:buClr>
              <a:buFont typeface="Segoe UI Symbol"/>
              <a:buChar char="➢"/>
            </a:pPr>
            <a:endParaRPr sz="3000">
              <a:latin typeface="Times New Roman"/>
              <a:cs typeface="Times New Roman"/>
            </a:endParaRPr>
          </a:p>
          <a:p>
            <a:pPr marL="554990" indent="-542290">
              <a:lnSpc>
                <a:spcPct val="100000"/>
              </a:lnSpc>
              <a:buFont typeface="Segoe UI Symbol"/>
              <a:buChar char="➢"/>
              <a:tabLst>
                <a:tab pos="55499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display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received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instantly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electronic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display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board.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404040"/>
              </a:buClr>
              <a:buFont typeface="Segoe UI Symbol"/>
              <a:buChar char="➢"/>
            </a:pPr>
            <a:endParaRPr sz="3000">
              <a:latin typeface="Times New Roman"/>
              <a:cs typeface="Times New Roman"/>
            </a:endParaRPr>
          </a:p>
          <a:p>
            <a:pPr marL="554990" indent="-542290">
              <a:lnSpc>
                <a:spcPct val="100000"/>
              </a:lnSpc>
              <a:buFont typeface="Segoe UI Symbol"/>
              <a:buChar char="➢"/>
              <a:tabLst>
                <a:tab pos="55499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develop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simple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20" b="1">
                <a:solidFill>
                  <a:srgbClr val="404040"/>
                </a:solidFill>
                <a:latin typeface="Times New Roman"/>
                <a:cs typeface="Times New Roman"/>
              </a:rPr>
              <a:t>low-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cost</a:t>
            </a:r>
            <a:r>
              <a:rPr dirty="0" sz="3000" spc="-5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dirty="0" sz="3000" spc="-5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effective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communication.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835" y="770563"/>
            <a:ext cx="3081146" cy="204006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98269" y="1513681"/>
            <a:ext cx="709168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11980" algn="l"/>
              </a:tabLst>
            </a:pPr>
            <a:r>
              <a:rPr dirty="0" spc="-10">
                <a:latin typeface="Times New Roman"/>
                <a:cs typeface="Times New Roman"/>
              </a:rPr>
              <a:t>LITERATURE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dirty="0" spc="-10">
                <a:latin typeface="Times New Roman"/>
                <a:cs typeface="Times New Roman"/>
              </a:rPr>
              <a:t>REVIEW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7443" y="4143038"/>
            <a:ext cx="1236789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9740" indent="-447040">
              <a:lnSpc>
                <a:spcPct val="100000"/>
              </a:lnSpc>
              <a:spcBef>
                <a:spcPts val="100"/>
              </a:spcBef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Previous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studies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show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boards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display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dirty="0" sz="3000" spc="-6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>
                <a:solidFill>
                  <a:srgbClr val="404040"/>
                </a:solidFill>
                <a:latin typeface="Times New Roman"/>
                <a:cs typeface="Times New Roman"/>
              </a:rPr>
              <a:t>quickly.</a:t>
            </a:r>
            <a:endParaRPr sz="3000">
              <a:latin typeface="Times New Roman"/>
              <a:cs typeface="Times New Roman"/>
            </a:endParaRPr>
          </a:p>
          <a:p>
            <a:pPr marL="459740" indent="-447040">
              <a:lnSpc>
                <a:spcPct val="100000"/>
              </a:lnSpc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Many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systems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GSM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technology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receive</a:t>
            </a:r>
            <a:r>
              <a:rPr dirty="0" sz="3000" spc="-5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>
                <a:solidFill>
                  <a:srgbClr val="404040"/>
                </a:solidFill>
                <a:latin typeface="Times New Roman"/>
                <a:cs typeface="Times New Roman"/>
              </a:rPr>
              <a:t>messages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  <a:p>
            <a:pPr marL="459740" indent="-447040">
              <a:lnSpc>
                <a:spcPct val="100000"/>
              </a:lnSpc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Some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research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uses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microcontrollers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LED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displays.</a:t>
            </a:r>
            <a:endParaRPr sz="3000">
              <a:latin typeface="Times New Roman"/>
              <a:cs typeface="Times New Roman"/>
            </a:endParaRPr>
          </a:p>
          <a:p>
            <a:pPr marL="459740" indent="-447040">
              <a:lnSpc>
                <a:spcPct val="100000"/>
              </a:lnSpc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These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systems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improve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communication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institutions.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4190" cy="10287000"/>
            <a:chOff x="0" y="0"/>
            <a:chExt cx="1828419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3058" y="4408150"/>
              <a:ext cx="114300" cy="1142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3058" y="4865350"/>
              <a:ext cx="114300" cy="1142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3058" y="5322550"/>
              <a:ext cx="114300" cy="114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3058" y="5779750"/>
              <a:ext cx="114300" cy="114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3058" y="6236950"/>
              <a:ext cx="114300" cy="1142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3058" y="6694150"/>
              <a:ext cx="114300" cy="1142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3058" y="7151350"/>
              <a:ext cx="114300" cy="114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835" y="770563"/>
              <a:ext cx="3081146" cy="204006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045633" y="4185900"/>
            <a:ext cx="14187169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9740" indent="-447040">
              <a:lnSpc>
                <a:spcPct val="100000"/>
              </a:lnSpc>
              <a:spcBef>
                <a:spcPts val="100"/>
              </a:spcBef>
              <a:buClr>
                <a:srgbClr val="404040"/>
              </a:buClr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GSM</a:t>
            </a:r>
            <a:r>
              <a:rPr dirty="0" sz="3000" spc="-5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module</a:t>
            </a:r>
            <a:r>
              <a:rPr dirty="0" sz="3000" spc="-5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receive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text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messages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sent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authorized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mobile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phone.</a:t>
            </a:r>
            <a:endParaRPr sz="3000">
              <a:latin typeface="Times New Roman"/>
              <a:cs typeface="Times New Roman"/>
            </a:endParaRPr>
          </a:p>
          <a:p>
            <a:pPr marL="459740" indent="-447040">
              <a:lnSpc>
                <a:spcPct val="100000"/>
              </a:lnSpc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received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message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sent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30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microcontroller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such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Arduino</a:t>
            </a:r>
            <a:r>
              <a:rPr dirty="0" sz="3000" spc="-4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Uno</a:t>
            </a:r>
            <a:r>
              <a:rPr dirty="0" sz="3000" spc="-5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3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processing.</a:t>
            </a:r>
            <a:endParaRPr sz="3000">
              <a:latin typeface="Times New Roman"/>
              <a:cs typeface="Times New Roman"/>
            </a:endParaRPr>
          </a:p>
          <a:p>
            <a:pPr marL="459740" indent="-447040">
              <a:lnSpc>
                <a:spcPct val="100000"/>
              </a:lnSpc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microcontroller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reads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processes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received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text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message.</a:t>
            </a:r>
            <a:endParaRPr sz="3000">
              <a:latin typeface="Times New Roman"/>
              <a:cs typeface="Times New Roman"/>
            </a:endParaRPr>
          </a:p>
          <a:p>
            <a:pPr marL="459740" indent="-447040">
              <a:lnSpc>
                <a:spcPct val="100000"/>
              </a:lnSpc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processed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message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converted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display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format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404040"/>
                </a:solidFill>
                <a:latin typeface="Times New Roman"/>
                <a:cs typeface="Times New Roman"/>
              </a:rPr>
              <a:t>LED</a:t>
            </a:r>
            <a:r>
              <a:rPr dirty="0" sz="3000" spc="-6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>
                <a:solidFill>
                  <a:srgbClr val="404040"/>
                </a:solidFill>
                <a:latin typeface="Times New Roman"/>
                <a:cs typeface="Times New Roman"/>
              </a:rPr>
              <a:t>matrix.</a:t>
            </a:r>
            <a:endParaRPr sz="3000">
              <a:latin typeface="Times New Roman"/>
              <a:cs typeface="Times New Roman"/>
            </a:endParaRPr>
          </a:p>
          <a:p>
            <a:pPr marL="459740" indent="-447040">
              <a:lnSpc>
                <a:spcPct val="100000"/>
              </a:lnSpc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Once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message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processed,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display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activated.</a:t>
            </a:r>
            <a:endParaRPr sz="3000">
              <a:latin typeface="Times New Roman"/>
              <a:cs typeface="Times New Roman"/>
            </a:endParaRPr>
          </a:p>
          <a:p>
            <a:pPr marL="459740" indent="-447040">
              <a:lnSpc>
                <a:spcPct val="100000"/>
              </a:lnSpc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LED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matrix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module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displays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scrolling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text.</a:t>
            </a:r>
            <a:endParaRPr sz="3000">
              <a:latin typeface="Times New Roman"/>
              <a:cs typeface="Times New Roman"/>
            </a:endParaRPr>
          </a:p>
          <a:p>
            <a:pPr marL="459740" indent="-447040">
              <a:lnSpc>
                <a:spcPct val="100000"/>
              </a:lnSpc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helps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quickly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displaying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important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announcements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institutions</a:t>
            </a:r>
            <a:r>
              <a:rPr dirty="0" sz="3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public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places.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850" rIns="0" bIns="0" rtlCol="0" vert="horz">
            <a:spAutoFit/>
          </a:bodyPr>
          <a:lstStyle/>
          <a:p>
            <a:pPr marL="155702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imes New Roman"/>
                <a:cs typeface="Times New Roman"/>
              </a:rP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07945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imes New Roman"/>
                <a:cs typeface="Times New Roman"/>
              </a:rPr>
              <a:t>METHODOLOGY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835" y="770563"/>
            <a:ext cx="3081146" cy="204006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6451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7908" y="3976350"/>
            <a:ext cx="13552169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9740" indent="-447040">
              <a:lnSpc>
                <a:spcPct val="100000"/>
              </a:lnSpc>
              <a:spcBef>
                <a:spcPts val="100"/>
              </a:spcBef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board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GSM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helps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displaying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important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messages</a:t>
            </a:r>
            <a:r>
              <a:rPr dirty="0" sz="3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instantly.</a:t>
            </a:r>
            <a:endParaRPr sz="3000">
              <a:latin typeface="Times New Roman"/>
              <a:cs typeface="Times New Roman"/>
            </a:endParaRPr>
          </a:p>
          <a:p>
            <a:pPr marL="459740" indent="-447040">
              <a:lnSpc>
                <a:spcPct val="100000"/>
              </a:lnSpc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3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allows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remote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updates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mobile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SMS</a:t>
            </a:r>
            <a:r>
              <a:rPr dirty="0" sz="3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communication.</a:t>
            </a:r>
            <a:endParaRPr sz="3000">
              <a:latin typeface="Times New Roman"/>
              <a:cs typeface="Times New Roman"/>
            </a:endParaRPr>
          </a:p>
          <a:p>
            <a:pPr marL="459740" indent="-447040">
              <a:lnSpc>
                <a:spcPct val="100000"/>
              </a:lnSpc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simple,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efficient,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20">
                <a:solidFill>
                  <a:srgbClr val="404040"/>
                </a:solidFill>
                <a:latin typeface="Times New Roman"/>
                <a:cs typeface="Times New Roman"/>
              </a:rPr>
              <a:t>low-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cost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solution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3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electronic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display.</a:t>
            </a:r>
            <a:endParaRPr sz="3000">
              <a:latin typeface="Times New Roman"/>
              <a:cs typeface="Times New Roman"/>
            </a:endParaRPr>
          </a:p>
          <a:p>
            <a:pPr marL="459740" indent="-447040">
              <a:lnSpc>
                <a:spcPct val="100000"/>
              </a:lnSpc>
              <a:buFont typeface="Segoe UI Symbol"/>
              <a:buChar char="➢"/>
              <a:tabLst>
                <a:tab pos="459740" algn="l"/>
              </a:tabLst>
            </a:pP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improve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communication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sharing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3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404040"/>
                </a:solidFill>
                <a:latin typeface="Times New Roman"/>
                <a:cs typeface="Times New Roman"/>
              </a:rPr>
              <a:t>institutions.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675" y="625783"/>
            <a:ext cx="3081146" cy="204006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78600" y="1513681"/>
            <a:ext cx="495935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0" algn="l"/>
              </a:tabLst>
            </a:pPr>
            <a:r>
              <a:rPr dirty="0" spc="-10">
                <a:latin typeface="Times New Roman"/>
                <a:cs typeface="Times New Roman"/>
              </a:rPr>
              <a:t>FUTURE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dirty="0" spc="-20">
                <a:latin typeface="Times New Roman"/>
                <a:cs typeface="Times New Roman"/>
              </a:rPr>
              <a:t>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58404" y="3964920"/>
            <a:ext cx="11290935" cy="2202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8640" indent="-535940">
              <a:lnSpc>
                <a:spcPts val="4300"/>
              </a:lnSpc>
              <a:spcBef>
                <a:spcPts val="100"/>
              </a:spcBef>
              <a:buFont typeface="Segoe UI Symbol"/>
              <a:buChar char="➢"/>
              <a:tabLst>
                <a:tab pos="548640" algn="l"/>
              </a:tabLst>
            </a:pP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Add</a:t>
            </a:r>
            <a:r>
              <a:rPr dirty="0" sz="36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 spc="-25" b="1">
                <a:solidFill>
                  <a:srgbClr val="404040"/>
                </a:solidFill>
                <a:latin typeface="Times New Roman"/>
                <a:cs typeface="Times New Roman"/>
              </a:rPr>
              <a:t>Wi-</a:t>
            </a:r>
            <a:r>
              <a:rPr dirty="0" sz="3600" b="1">
                <a:solidFill>
                  <a:srgbClr val="404040"/>
                </a:solidFill>
                <a:latin typeface="Times New Roman"/>
                <a:cs typeface="Times New Roman"/>
              </a:rPr>
              <a:t>Fi</a:t>
            </a:r>
            <a:r>
              <a:rPr dirty="0" sz="3600" spc="-6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404040"/>
                </a:solidFill>
                <a:latin typeface="Times New Roman"/>
                <a:cs typeface="Times New Roman"/>
              </a:rPr>
              <a:t>connectivity</a:t>
            </a:r>
            <a:r>
              <a:rPr dirty="0" sz="3600" spc="-6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36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 spc="-20">
                <a:solidFill>
                  <a:srgbClr val="404040"/>
                </a:solidFill>
                <a:latin typeface="Times New Roman"/>
                <a:cs typeface="Times New Roman"/>
              </a:rPr>
              <a:t>internet-</a:t>
            </a: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dirty="0" sz="36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notice</a:t>
            </a:r>
            <a:r>
              <a:rPr dirty="0" sz="36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404040"/>
                </a:solidFill>
                <a:latin typeface="Times New Roman"/>
                <a:cs typeface="Times New Roman"/>
              </a:rPr>
              <a:t>updates.</a:t>
            </a:r>
            <a:endParaRPr sz="3600">
              <a:latin typeface="Times New Roman"/>
              <a:cs typeface="Times New Roman"/>
            </a:endParaRPr>
          </a:p>
          <a:p>
            <a:pPr marL="548640" indent="-535940">
              <a:lnSpc>
                <a:spcPts val="4275"/>
              </a:lnSpc>
              <a:buFont typeface="Segoe UI Symbol"/>
              <a:buChar char="➢"/>
              <a:tabLst>
                <a:tab pos="548640" algn="l"/>
              </a:tabLst>
            </a:pP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Develop</a:t>
            </a:r>
            <a:r>
              <a:rPr dirty="0" sz="36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36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404040"/>
                </a:solidFill>
                <a:latin typeface="Times New Roman"/>
                <a:cs typeface="Times New Roman"/>
              </a:rPr>
              <a:t>mobile</a:t>
            </a:r>
            <a:r>
              <a:rPr dirty="0" sz="3600" spc="-3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404040"/>
                </a:solidFill>
                <a:latin typeface="Times New Roman"/>
                <a:cs typeface="Times New Roman"/>
              </a:rPr>
              <a:t>application</a:t>
            </a:r>
            <a:r>
              <a:rPr dirty="0" sz="3600" spc="-3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36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sending</a:t>
            </a:r>
            <a:r>
              <a:rPr dirty="0" sz="36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404040"/>
                </a:solidFill>
                <a:latin typeface="Times New Roman"/>
                <a:cs typeface="Times New Roman"/>
              </a:rPr>
              <a:t>notices.</a:t>
            </a:r>
            <a:endParaRPr sz="3600">
              <a:latin typeface="Times New Roman"/>
              <a:cs typeface="Times New Roman"/>
            </a:endParaRPr>
          </a:p>
          <a:p>
            <a:pPr marL="548640" indent="-535940">
              <a:lnSpc>
                <a:spcPts val="4275"/>
              </a:lnSpc>
              <a:buFont typeface="Segoe UI Symbol"/>
              <a:buChar char="➢"/>
              <a:tabLst>
                <a:tab pos="548640" algn="l"/>
              </a:tabLst>
            </a:pP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dirty="0" sz="36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larger</a:t>
            </a:r>
            <a:r>
              <a:rPr dirty="0" sz="36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404040"/>
                </a:solidFill>
                <a:latin typeface="Times New Roman"/>
                <a:cs typeface="Times New Roman"/>
              </a:rPr>
              <a:t>LED</a:t>
            </a:r>
            <a:r>
              <a:rPr dirty="0" sz="3600" spc="-4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404040"/>
                </a:solidFill>
                <a:latin typeface="Times New Roman"/>
                <a:cs typeface="Times New Roman"/>
              </a:rPr>
              <a:t>displays</a:t>
            </a:r>
            <a:r>
              <a:rPr dirty="0" sz="3600" spc="-4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36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better</a:t>
            </a:r>
            <a:r>
              <a:rPr dirty="0" sz="36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404040"/>
                </a:solidFill>
                <a:latin typeface="Times New Roman"/>
                <a:cs typeface="Times New Roman"/>
              </a:rPr>
              <a:t>visibility.</a:t>
            </a:r>
            <a:endParaRPr sz="3600">
              <a:latin typeface="Times New Roman"/>
              <a:cs typeface="Times New Roman"/>
            </a:endParaRPr>
          </a:p>
          <a:p>
            <a:pPr marL="548640" indent="-535940">
              <a:lnSpc>
                <a:spcPts val="4295"/>
              </a:lnSpc>
              <a:buFont typeface="Segoe UI Symbol"/>
              <a:buChar char="➢"/>
              <a:tabLst>
                <a:tab pos="548640" algn="l"/>
              </a:tabLst>
            </a:pP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Improve</a:t>
            </a:r>
            <a:r>
              <a:rPr dirty="0" sz="3600" spc="-1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communication</a:t>
            </a:r>
            <a:r>
              <a:rPr dirty="0" sz="3600" spc="-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modules</a:t>
            </a:r>
            <a:r>
              <a:rPr dirty="0" sz="3600" spc="-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3600" spc="-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404040"/>
                </a:solidFill>
                <a:latin typeface="Times New Roman"/>
                <a:cs typeface="Times New Roman"/>
              </a:rPr>
              <a:t>faster</a:t>
            </a:r>
            <a:r>
              <a:rPr dirty="0" sz="3600" spc="-9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3600" spc="-10" b="1">
                <a:solidFill>
                  <a:srgbClr val="404040"/>
                </a:solidFill>
                <a:latin typeface="Times New Roman"/>
                <a:cs typeface="Times New Roman"/>
              </a:rPr>
              <a:t>updates</a:t>
            </a:r>
            <a:r>
              <a:rPr dirty="0" sz="3600" spc="-1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4190" cy="10287000"/>
            <a:chOff x="0" y="0"/>
            <a:chExt cx="1828419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2170" y="4131925"/>
              <a:ext cx="114300" cy="1142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2170" y="5503525"/>
              <a:ext cx="114300" cy="1142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03817" y="6151225"/>
              <a:ext cx="53975" cy="38100"/>
            </a:xfrm>
            <a:custGeom>
              <a:avLst/>
              <a:gdLst/>
              <a:ahLst/>
              <a:cxnLst/>
              <a:rect l="l" t="t" r="r" b="b"/>
              <a:pathLst>
                <a:path w="53975" h="38100">
                  <a:moveTo>
                    <a:pt x="53774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53774" y="0"/>
                  </a:lnTo>
                  <a:lnTo>
                    <a:pt x="53774" y="3809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2170" y="6875125"/>
              <a:ext cx="114300" cy="11429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42316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REFERENCES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443865">
              <a:lnSpc>
                <a:spcPct val="100000"/>
              </a:lnSpc>
              <a:spcBef>
                <a:spcPts val="100"/>
              </a:spcBef>
              <a:buSzPct val="96666"/>
              <a:buFont typeface="Times New Roman"/>
              <a:buAutoNum type="arabicPlain"/>
              <a:tabLst>
                <a:tab pos="456565" algn="l"/>
              </a:tabLst>
            </a:pPr>
            <a:r>
              <a:rPr dirty="0" u="sng" spc="5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Gupta</a:t>
            </a:r>
            <a:r>
              <a:rPr dirty="0" u="none" b="1">
                <a:latin typeface="Times New Roman"/>
                <a:cs typeface="Times New Roman"/>
              </a:rPr>
              <a:t>,</a:t>
            </a:r>
            <a:r>
              <a:rPr dirty="0" u="sng" spc="-125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R.</a:t>
            </a:r>
            <a:r>
              <a:rPr dirty="0" u="none" b="1">
                <a:latin typeface="Times New Roman"/>
                <a:cs typeface="Times New Roman"/>
              </a:rPr>
              <a:t>,</a:t>
            </a:r>
            <a:r>
              <a:rPr dirty="0" u="sng" spc="-125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Sharma</a:t>
            </a:r>
            <a:r>
              <a:rPr dirty="0" u="none" b="1">
                <a:latin typeface="Times New Roman"/>
                <a:cs typeface="Times New Roman"/>
              </a:rPr>
              <a:t>,</a:t>
            </a:r>
            <a:r>
              <a:rPr dirty="0" u="sng" spc="-135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P.</a:t>
            </a:r>
            <a:r>
              <a:rPr dirty="0" u="none" b="1">
                <a:latin typeface="Times New Roman"/>
                <a:cs typeface="Times New Roman"/>
              </a:rPr>
              <a:t>,</a:t>
            </a:r>
            <a:r>
              <a:rPr dirty="0" u="sng" spc="-135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&amp;</a:t>
            </a:r>
            <a:r>
              <a:rPr dirty="0" u="sng" spc="15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Kumar</a:t>
            </a:r>
            <a:r>
              <a:rPr dirty="0" u="none" b="1">
                <a:latin typeface="Times New Roman"/>
                <a:cs typeface="Times New Roman"/>
              </a:rPr>
              <a:t>,</a:t>
            </a:r>
            <a:r>
              <a:rPr dirty="0" u="sng" spc="-125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S.</a:t>
            </a:r>
            <a:r>
              <a:rPr dirty="0" u="none" b="1">
                <a:latin typeface="Times New Roman"/>
                <a:cs typeface="Times New Roman"/>
              </a:rPr>
              <a:t>,</a:t>
            </a:r>
            <a:r>
              <a:rPr dirty="0" u="none" spc="20" b="1">
                <a:latin typeface="Times New Roman"/>
                <a:cs typeface="Times New Roman"/>
              </a:rPr>
              <a:t> </a:t>
            </a:r>
            <a:r>
              <a:rPr dirty="0" u="none"/>
              <a:t>“GSM</a:t>
            </a:r>
            <a:r>
              <a:rPr dirty="0" u="none" spc="20"/>
              <a:t> </a:t>
            </a:r>
            <a:r>
              <a:rPr dirty="0" u="none"/>
              <a:t>Based</a:t>
            </a:r>
            <a:r>
              <a:rPr dirty="0" u="none" spc="15"/>
              <a:t> </a:t>
            </a:r>
            <a:r>
              <a:rPr dirty="0" u="none"/>
              <a:t>Digital</a:t>
            </a:r>
            <a:r>
              <a:rPr dirty="0" u="none" spc="20"/>
              <a:t> </a:t>
            </a:r>
            <a:r>
              <a:rPr dirty="0" u="none"/>
              <a:t>Notice</a:t>
            </a:r>
            <a:r>
              <a:rPr dirty="0" u="none" spc="20"/>
              <a:t> </a:t>
            </a:r>
            <a:r>
              <a:rPr dirty="0" u="none" spc="-10"/>
              <a:t>Board </a:t>
            </a:r>
            <a:r>
              <a:rPr dirty="0" u="none"/>
              <a:t>Using</a:t>
            </a:r>
            <a:r>
              <a:rPr dirty="0" u="none" spc="-95"/>
              <a:t> </a:t>
            </a:r>
            <a:r>
              <a:rPr dirty="0" u="none"/>
              <a:t>Arduino,”</a:t>
            </a:r>
            <a:r>
              <a:rPr dirty="0" u="none" spc="-90"/>
              <a:t> </a:t>
            </a:r>
            <a:r>
              <a:rPr dirty="0" u="none"/>
              <a:t>International</a:t>
            </a:r>
            <a:r>
              <a:rPr dirty="0" u="none" spc="-95"/>
              <a:t> </a:t>
            </a:r>
            <a:r>
              <a:rPr dirty="0" u="none"/>
              <a:t>Journal</a:t>
            </a:r>
            <a:r>
              <a:rPr dirty="0" u="none" spc="-90"/>
              <a:t> </a:t>
            </a:r>
            <a:r>
              <a:rPr dirty="0" u="none"/>
              <a:t>of</a:t>
            </a:r>
            <a:r>
              <a:rPr dirty="0" u="none" spc="-95"/>
              <a:t> </a:t>
            </a:r>
            <a:r>
              <a:rPr dirty="0" u="none"/>
              <a:t>Engineering</a:t>
            </a:r>
            <a:r>
              <a:rPr dirty="0" u="none" spc="-90"/>
              <a:t> </a:t>
            </a:r>
            <a:r>
              <a:rPr dirty="0" u="none"/>
              <a:t>Research</a:t>
            </a:r>
            <a:r>
              <a:rPr dirty="0" u="none" spc="-90"/>
              <a:t> </a:t>
            </a:r>
            <a:r>
              <a:rPr dirty="0" u="none" spc="-25"/>
              <a:t>and </a:t>
            </a:r>
            <a:r>
              <a:rPr dirty="0" u="none"/>
              <a:t>Technology,</a:t>
            </a:r>
            <a:r>
              <a:rPr dirty="0" u="none" spc="-155"/>
              <a:t> </a:t>
            </a:r>
            <a:r>
              <a:rPr dirty="0" u="none" spc="-10"/>
              <a:t>2019.</a:t>
            </a:r>
          </a:p>
          <a:p>
            <a:pPr marL="12700" marR="49530" indent="539115">
              <a:lnSpc>
                <a:spcPct val="100000"/>
              </a:lnSpc>
              <a:buSzPct val="96666"/>
              <a:buAutoNum type="arabicPlain"/>
              <a:tabLst>
                <a:tab pos="551815" algn="l"/>
              </a:tabLst>
            </a:pPr>
            <a:r>
              <a:rPr dirty="0" u="heavy">
                <a:uFill>
                  <a:solidFill>
                    <a:srgbClr val="404040"/>
                  </a:solidFill>
                </a:uFill>
              </a:rPr>
              <a:t>Patel</a:t>
            </a:r>
            <a:r>
              <a:rPr dirty="0" u="none"/>
              <a:t>,</a:t>
            </a:r>
            <a:r>
              <a:rPr dirty="0" u="heavy" spc="-150">
                <a:uFill>
                  <a:solidFill>
                    <a:srgbClr val="404040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404040"/>
                  </a:solidFill>
                </a:uFill>
              </a:rPr>
              <a:t>A.</a:t>
            </a:r>
            <a:r>
              <a:rPr dirty="0" u="none" spc="-40"/>
              <a:t> </a:t>
            </a:r>
            <a:r>
              <a:rPr dirty="0" u="none"/>
              <a:t>et</a:t>
            </a:r>
            <a:r>
              <a:rPr dirty="0" u="none" spc="-40"/>
              <a:t> </a:t>
            </a:r>
            <a:r>
              <a:rPr dirty="0" u="none"/>
              <a:t>al.,</a:t>
            </a:r>
            <a:r>
              <a:rPr dirty="0" u="none" spc="-40"/>
              <a:t> </a:t>
            </a:r>
            <a:r>
              <a:rPr dirty="0" u="none"/>
              <a:t>“</a:t>
            </a:r>
            <a:r>
              <a:rPr dirty="0" u="none" b="1">
                <a:latin typeface="Times New Roman"/>
                <a:cs typeface="Times New Roman"/>
              </a:rPr>
              <a:t>Wireless</a:t>
            </a:r>
            <a:r>
              <a:rPr dirty="0" u="none" spc="-35" b="1">
                <a:latin typeface="Times New Roman"/>
                <a:cs typeface="Times New Roman"/>
              </a:rPr>
              <a:t> </a:t>
            </a:r>
            <a:r>
              <a:rPr dirty="0" u="none" b="1">
                <a:latin typeface="Times New Roman"/>
                <a:cs typeface="Times New Roman"/>
              </a:rPr>
              <a:t>Electronic</a:t>
            </a:r>
            <a:r>
              <a:rPr dirty="0" u="none" spc="-40" b="1">
                <a:latin typeface="Times New Roman"/>
                <a:cs typeface="Times New Roman"/>
              </a:rPr>
              <a:t> </a:t>
            </a:r>
            <a:r>
              <a:rPr dirty="0" u="none" b="1">
                <a:latin typeface="Times New Roman"/>
                <a:cs typeface="Times New Roman"/>
              </a:rPr>
              <a:t>Notice</a:t>
            </a:r>
            <a:r>
              <a:rPr dirty="0" u="none" spc="-40" b="1">
                <a:latin typeface="Times New Roman"/>
                <a:cs typeface="Times New Roman"/>
              </a:rPr>
              <a:t> </a:t>
            </a:r>
            <a:r>
              <a:rPr dirty="0" u="none" b="1">
                <a:latin typeface="Times New Roman"/>
                <a:cs typeface="Times New Roman"/>
              </a:rPr>
              <a:t>Board</a:t>
            </a:r>
            <a:r>
              <a:rPr dirty="0" u="none" spc="-40" b="1">
                <a:latin typeface="Times New Roman"/>
                <a:cs typeface="Times New Roman"/>
              </a:rPr>
              <a:t> </a:t>
            </a:r>
            <a:r>
              <a:rPr dirty="0" u="none" b="1">
                <a:latin typeface="Times New Roman"/>
                <a:cs typeface="Times New Roman"/>
              </a:rPr>
              <a:t>Using</a:t>
            </a:r>
            <a:r>
              <a:rPr dirty="0" u="none" spc="-40" b="1">
                <a:latin typeface="Times New Roman"/>
                <a:cs typeface="Times New Roman"/>
              </a:rPr>
              <a:t> </a:t>
            </a:r>
            <a:r>
              <a:rPr dirty="0" u="none" spc="-25" b="1">
                <a:latin typeface="Times New Roman"/>
                <a:cs typeface="Times New Roman"/>
              </a:rPr>
              <a:t>GSM </a:t>
            </a:r>
            <a:r>
              <a:rPr dirty="0" u="none" b="1">
                <a:latin typeface="Times New Roman"/>
                <a:cs typeface="Times New Roman"/>
              </a:rPr>
              <a:t>Technology</a:t>
            </a:r>
            <a:r>
              <a:rPr dirty="0" u="none"/>
              <a:t>,”</a:t>
            </a:r>
            <a:r>
              <a:rPr dirty="0" u="none" spc="-105"/>
              <a:t> </a:t>
            </a:r>
            <a:r>
              <a:rPr dirty="0" u="none"/>
              <a:t>International</a:t>
            </a:r>
            <a:r>
              <a:rPr dirty="0" u="none" spc="-100"/>
              <a:t> </a:t>
            </a:r>
            <a:r>
              <a:rPr dirty="0" u="none"/>
              <a:t>Journal</a:t>
            </a:r>
            <a:r>
              <a:rPr dirty="0" u="none" spc="-105"/>
              <a:t> </a:t>
            </a:r>
            <a:r>
              <a:rPr dirty="0" u="none"/>
              <a:t>of</a:t>
            </a:r>
            <a:r>
              <a:rPr dirty="0" u="none" spc="-100"/>
              <a:t> </a:t>
            </a:r>
            <a:r>
              <a:rPr dirty="0" u="none"/>
              <a:t>Innovative</a:t>
            </a:r>
            <a:r>
              <a:rPr dirty="0" u="none" spc="-105"/>
              <a:t> </a:t>
            </a:r>
            <a:r>
              <a:rPr dirty="0" u="none"/>
              <a:t>Research</a:t>
            </a:r>
            <a:r>
              <a:rPr dirty="0" u="none" spc="-100"/>
              <a:t> </a:t>
            </a:r>
            <a:r>
              <a:rPr dirty="0" u="none"/>
              <a:t>in</a:t>
            </a:r>
            <a:r>
              <a:rPr dirty="0" u="none" spc="-105"/>
              <a:t> </a:t>
            </a:r>
            <a:r>
              <a:rPr dirty="0" u="none"/>
              <a:t>Electronics</a:t>
            </a:r>
            <a:r>
              <a:rPr dirty="0" u="none" spc="-100"/>
              <a:t> </a:t>
            </a:r>
            <a:r>
              <a:rPr dirty="0" u="none" spc="-25"/>
              <a:t>and </a:t>
            </a:r>
            <a:r>
              <a:rPr dirty="0" u="none" spc="-10"/>
              <a:t>Communication</a:t>
            </a:r>
            <a:r>
              <a:rPr dirty="0" u="none" spc="-110"/>
              <a:t> </a:t>
            </a:r>
            <a:r>
              <a:rPr dirty="0" u="none"/>
              <a:t>Engineering,</a:t>
            </a:r>
            <a:r>
              <a:rPr dirty="0" u="none" spc="-110"/>
              <a:t> </a:t>
            </a:r>
            <a:r>
              <a:rPr dirty="0" u="none" spc="-10"/>
              <a:t>2020.</a:t>
            </a:r>
          </a:p>
          <a:p>
            <a:pPr algn="just" marL="12700" marR="1023619" indent="539115">
              <a:lnSpc>
                <a:spcPct val="100000"/>
              </a:lnSpc>
              <a:buSzPct val="96666"/>
              <a:buFont typeface="Times New Roman"/>
              <a:buAutoNum type="arabicPlain"/>
              <a:tabLst>
                <a:tab pos="551815" algn="l"/>
              </a:tabLst>
            </a:pPr>
            <a:r>
              <a:rPr dirty="0" u="sng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Singh</a:t>
            </a:r>
            <a:r>
              <a:rPr dirty="0" u="none" b="1">
                <a:latin typeface="Times New Roman"/>
                <a:cs typeface="Times New Roman"/>
              </a:rPr>
              <a:t>,</a:t>
            </a:r>
            <a:r>
              <a:rPr dirty="0" u="sng" spc="-165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="1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R.</a:t>
            </a:r>
            <a:r>
              <a:rPr dirty="0" u="none" spc="-25" b="1">
                <a:latin typeface="Times New Roman"/>
                <a:cs typeface="Times New Roman"/>
              </a:rPr>
              <a:t> </a:t>
            </a:r>
            <a:r>
              <a:rPr dirty="0" u="none"/>
              <a:t>et</a:t>
            </a:r>
            <a:r>
              <a:rPr dirty="0" u="none" spc="-30"/>
              <a:t> </a:t>
            </a:r>
            <a:r>
              <a:rPr dirty="0" u="none"/>
              <a:t>al.,</a:t>
            </a:r>
            <a:r>
              <a:rPr dirty="0" u="none" spc="-25"/>
              <a:t> </a:t>
            </a:r>
            <a:r>
              <a:rPr dirty="0" u="none"/>
              <a:t>“Smart</a:t>
            </a:r>
            <a:r>
              <a:rPr dirty="0" u="none" spc="-25"/>
              <a:t> </a:t>
            </a:r>
            <a:r>
              <a:rPr dirty="0" u="none"/>
              <a:t>Digital</a:t>
            </a:r>
            <a:r>
              <a:rPr dirty="0" u="none" spc="-30"/>
              <a:t> </a:t>
            </a:r>
            <a:r>
              <a:rPr dirty="0" u="none"/>
              <a:t>Notice</a:t>
            </a:r>
            <a:r>
              <a:rPr dirty="0" u="none" spc="-25"/>
              <a:t> </a:t>
            </a:r>
            <a:r>
              <a:rPr dirty="0" u="none"/>
              <a:t>Board</a:t>
            </a:r>
            <a:r>
              <a:rPr dirty="0" u="none" spc="-25"/>
              <a:t> </a:t>
            </a:r>
            <a:r>
              <a:rPr dirty="0" u="none"/>
              <a:t>Using</a:t>
            </a:r>
            <a:r>
              <a:rPr dirty="0" u="none" spc="-30"/>
              <a:t> </a:t>
            </a:r>
            <a:r>
              <a:rPr dirty="0" u="none"/>
              <a:t>GSM</a:t>
            </a:r>
            <a:r>
              <a:rPr dirty="0" u="none" spc="-25"/>
              <a:t> </a:t>
            </a:r>
            <a:r>
              <a:rPr dirty="0" u="none"/>
              <a:t>and</a:t>
            </a:r>
            <a:r>
              <a:rPr dirty="0" u="none" spc="-25"/>
              <a:t> LED </a:t>
            </a:r>
            <a:r>
              <a:rPr dirty="0" u="none"/>
              <a:t>Display,”</a:t>
            </a:r>
            <a:r>
              <a:rPr dirty="0" u="none" spc="-95"/>
              <a:t> </a:t>
            </a:r>
            <a:r>
              <a:rPr dirty="0" u="none"/>
              <a:t>International</a:t>
            </a:r>
            <a:r>
              <a:rPr dirty="0" u="none" spc="-95"/>
              <a:t> </a:t>
            </a:r>
            <a:r>
              <a:rPr dirty="0" u="none"/>
              <a:t>Journal</a:t>
            </a:r>
            <a:r>
              <a:rPr dirty="0" u="none" spc="-95"/>
              <a:t> </a:t>
            </a:r>
            <a:r>
              <a:rPr dirty="0" u="none"/>
              <a:t>of</a:t>
            </a:r>
            <a:r>
              <a:rPr dirty="0" u="none" spc="-95"/>
              <a:t> </a:t>
            </a:r>
            <a:r>
              <a:rPr dirty="0" u="none"/>
              <a:t>Advanced</a:t>
            </a:r>
            <a:r>
              <a:rPr dirty="0" u="none" spc="-95"/>
              <a:t> </a:t>
            </a:r>
            <a:r>
              <a:rPr dirty="0" u="none"/>
              <a:t>Research</a:t>
            </a:r>
            <a:r>
              <a:rPr dirty="0" u="none" spc="-95"/>
              <a:t> </a:t>
            </a:r>
            <a:r>
              <a:rPr dirty="0" u="none"/>
              <a:t>in</a:t>
            </a:r>
            <a:r>
              <a:rPr dirty="0" u="none" spc="-95"/>
              <a:t> </a:t>
            </a:r>
            <a:r>
              <a:rPr dirty="0" u="none"/>
              <a:t>Computer</a:t>
            </a:r>
            <a:r>
              <a:rPr dirty="0" u="none" spc="-95"/>
              <a:t> </a:t>
            </a:r>
            <a:r>
              <a:rPr dirty="0" u="none" spc="-25"/>
              <a:t>and </a:t>
            </a:r>
            <a:r>
              <a:rPr dirty="0" u="none" spc="-10"/>
              <a:t>Communication</a:t>
            </a:r>
            <a:r>
              <a:rPr dirty="0" u="none" spc="-110"/>
              <a:t> </a:t>
            </a:r>
            <a:r>
              <a:rPr dirty="0" u="none"/>
              <a:t>Engineering,</a:t>
            </a:r>
            <a:r>
              <a:rPr dirty="0" u="none" spc="-110"/>
              <a:t> </a:t>
            </a:r>
            <a:r>
              <a:rPr dirty="0" u="none" spc="-10"/>
              <a:t>2022.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965" y="642928"/>
            <a:ext cx="3081146" cy="2040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Kavya RS Kavya RS</dc:creator>
  <cp:keywords>DAHLH07Nl-U,BAGUlOy4tEI,0</cp:keywords>
  <dc:title>minippt.pptx</dc:title>
  <dcterms:created xsi:type="dcterms:W3CDTF">2026-05-30T07:09:20Z</dcterms:created>
  <dcterms:modified xsi:type="dcterms:W3CDTF">2026-05-30T07:09:20Z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2026-05-30T00:00:00Z</vt:filetime>
  </property>
  <property fmtid="{D5CDD505-2E9C-101B-9397-08002B2CF9AE}" pid="3" name="Creator">
    <vt:lpwstr>Canva</vt:lpwstr>
  </property>
  <property fmtid="{D5CDD505-2E9C-101B-9397-08002B2CF9AE}" pid="4" name="LastSaved">
    <vt:filetime>2026-05-30T00:00:00Z</vt:filetime>
  </property>
  <property fmtid="{D5CDD505-2E9C-101B-9397-08002B2CF9AE}" pid="5" name="Producer">
    <vt:lpwstr>Canva</vt:lpwstr>
  </property>
</Properties>
</file>